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Overview of the Internet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Network Edge, Network Core, Packet Switching vs Circuit Switching, Delay Models, Loss &amp; Throughput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1.1.1 Internet Structure: Edge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M1.1 INTERNET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The Internet: Network of Networks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global interconnection of billions of computing devices (hosts/end systems) running distributed network applications.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Edge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End systems (clients, servers, mobile, IoT) running application-layer software. Access networks (DSL, FTTH, 4G/5G, Wi-Fi) connect edge devices to the core.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Core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Interconnected mesh of packet switches (routers, link-layer switches) responsible for forwarding data packets across the global mesh.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Protocols &amp; Standards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Protocols define format, order of messages sent/received, and actions taken upon message transmission/receipt. Governed by IETF RFCs.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Structural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Tier-1 ISPs: Global transit backbone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IXPs: Internet Exchange Points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Regional ISPs: Connect local access nets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End Hosts: Produce &amp; consume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1.1.2 Switching Paradigms: Packet vs Circuit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M1.1 SWITCHING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Packet Switching (Internet)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Data Unit: Data chunked into discrete packets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Resource Allocation: Statistical Multiplexing on-demand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 Efficiency: High link utilization; handles bursty data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Queueing &amp; Loss: Buffers packets; causes queuing delay &amp; loss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State: Stateless core; flexible routing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Circuit Switching (Legacy PSTN)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Data Unit: Continuous stream over dedicated circuit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Resource Allocation: Pre-allocated dedicated bandwidth (FDM/TDM)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 Efficiency: Inefficient during idle / silent periods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Queueing &amp; Loss: Zero queuing delay; calls blocked if busy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State: Call setup / teardown state in switches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1.1.3 Delay, Loss &amp; Throughput in Packet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M1.1 METRICS &amp; DELAYS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Total Nodal Delay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Sum of 4 fundamental delay components: $d_{nodal} = d_{proc} + d_{queue} + d_{trans} + d_{prop}$.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Nodal Processing Delay ($d_{proc}$)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required to inspect packet header, verify bit-level checksums, and determine output link (typically microseconds).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Queuing Delay ($d_{queue}$)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packet waits in output buffer for link transmission. Depends on traffic intensity $I = La / R$ ($I \to 1 \Rightarrow$ queue grows exponentially).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Delay ($d_{trans}$)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to push all packet bits onto link: $d_{trans} = L / R$ ($L$ = Packet bits, $R$ = Link bandwidth in bps).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Propagation Delay ($d_{prop}$)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for a bit to travel physically across link: $d_{prop} = d / s$ ($d$ = distance in meters, $s$ = propagation speed $\approx 2 \times 10^8$ m/s).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Packet Loss &amp; Throughput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When buffer queues overflow, arriving packets are dropped. End-to-end throughput is bottlenecked by the slowest link on the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Exam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d_trans = L / R (sec)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d_prop = d / s (sec)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Traffic Intensity: I = (L * a) / 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If I &gt; 1: Queue grows infinitely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Throughput = min(R1, R2, ..., Rn)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