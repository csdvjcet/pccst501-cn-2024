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Overview of the Internet Architecture &amp; Performance Metrics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Network Edge, Network Core, Packet vs Circuit Switching, Delay Models, Queuing Loss &amp; Throughput Bottlenecks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1.1.1 The Internet: Structural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INTERNET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Internet: Network of Networks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vast, distributed interconnection of billions of heterogeneous computing devices (end systems / hosts) running networked software.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Edge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End systems (clients, servers, mobile, IoT devices) that generate and consume application data. Connected via Access Networks (DSL, FTTH, 4G/5G, Wi-Fi 6).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Core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mesh of interconnected packet switches (routers and link-layer switches) responsible for routing and forwarding data across global ISP tiers.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ISP Tier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Tier-1 ISPs (global transit providers like Lumen, AT&amp;T), connected via IXPs (Internet Exchange Points), supplying regional and local access ISPs.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Protocols &amp; Standards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 protocols define message format, ordering, transmission rules, and error handling. Governed by IETF RFCs and IEEE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Structural Layers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Tier-1 ISPs: Global backbone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IXPs: Free/peered routing exchange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Regional ISPs: Connect local access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Access Nets: DSL, PON/Fiber, Wireless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End Systems: Run user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1.1.2 Switching Paradigms: Packet vs Circuit 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SWITCHING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Packet Switching (Internet)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Discrete chunks called packets (Header + Payload)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Statistical Multiplexing — resources allocated on demand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High efficiency; handles bursty internet traffic seamlessly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Queuing delay occurs; buffers drop packets on congestion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Stateless core routers; adaptive per-packet dynamic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Circuit Switching (Legacy PSTN)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Data Unit: Continuous bit stream over reserved physical channel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Multiplexing: Fixed allocation via FDM (Frequency) or TDM (Time) slots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Link Utilization: Low; reserved bandwidth wasted during idle/silent periods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Delays &amp; Loss: Zero queuing delay; calls blocked if no circuit available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 Maintenance: Dedicated call setup and teardown state in every switch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1.1.3 Mathematical Delay Models in Packet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NODAL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Total Nodal Delay ($d_{nodal}$)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Sum of 4 fundamental delay components at each intermediate router hop: $d_{nodal} = d_{proc} + d_{queue} + d_{trans} + d_{prop}$.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Nodal Processing Delay ($d_{proc}$)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taken by router CPU to inspect packet header, compute bit checksums, and determine output interface (microseconds).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Queuing Delay ($d_{queue}$)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packet waits inside output buffer queue before transmission. Governed by Traffic Intensity $I = (L \cdot a) / R$ ($L$ = bits, $a$ = arrival rate, $R$ = bandwidth).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Transmission Delay ($d_{trans}$)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required to push all $L$ bits of the packet onto the link at rate $R$: $d_{trans} = L / R$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Propagation Delay ($d_{prop}$)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Time for a physical bit to travel through the physical medium over distance $d$ at speed $s \approx 2 \times 10^8$ m/s in copper/fiber: $d_{prop} = d / s$ seconds.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Loss &amp; Throughput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arriving traffic exceeds buffer capacity, packet drop occurs. End-to-end throughput is bottlenecked by the minimum link capacity along the transmission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Delay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d_nodal = d_proc + d_queue + d_trans + d_prop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d_trans = L / R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d_prop = d / s (sec)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Traffic Intensity: I = (L * a) / 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If I -&gt; 1: Queuing delay -&gt; infinity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Bottleneck Throughput = min(R1, R2, 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1.1.4 Worked KTU Numerical: Delay &amp;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1500-byte packet is transmitted over a 100 km fiber link with transmission rate R = 10 Mbps. Propagation speed in fiber is s = 2 * 10^8 m/s. Nodal processing delay is 5 microseconds and the router queue currently holds 2 packets of 1500 bytes each. Calculate: (a) Transmission delay, (b) Propagation delay, (c) Queuing delay, (d) Total nodal delay.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 = 1500 bytes = 1500 * 8 = 12,000 bits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 = 10 Mbps = 10 * 10^6 bps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 = 100 km = 10^5 m, s = 2 * 10^8 m/s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d_trans = L / R, d_prop = d / s, d_queue = 2 * (L / 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d_trans = 12,000 / 10^7 = 1.2 * 10^-3 s = 1.2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d_prop = 10^5 / (2 * 10^8) = 0.5 * 10^-3 s = 0.5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d_queue = 2 * 1.2 ms = 2.4 ms (2 packets ahead in queue)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d_proc = 5 microseconds = 0.005 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d_nodal = 0.005 + 2.4 + 1.2 + 0.5 = 4.105 ms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Total Nodal Delay = 4.105 ms (Queuing delay is dominant)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In university exams, always convert bytes to bits (multiply by 8) before dividing by transmission rate R (bps).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Internet Architecture &amp; Delay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/ 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packet switching and circuit switching with respect to bandwidth utilization, delays, and state maintenance.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four components of nodal delay in packet-switched networks with mathematical equations and units.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statistical multiplexing and explain why traffic intensity I &gt; 1 causes buffer overflow and packet loss.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Packet switching enables statistical multiplexing without dedicated circuits.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Transmission delay (L/R) depends on bandwidth; Propagation delay (d/s) depends on distance.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Queuing delay grows non-linearly as traffic intensity I = (L*a)/R approaches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End-to-end throughput is always throttled by the bottleneck link on the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