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M1.2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Protocol Layering &amp; Network Models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Layering Principles, OSI 7-Layer Reference Model, TCP/IP 5-Layer Stack, PDU Encapsulation &amp; Addressing Hierarchy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1.2.1 Principles of Layered Network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PROTOCOL LAYERING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Modularity &amp; Abstraction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Dividing the massive complexity of network communication into decoupled functional layers. Each layer provides well-defined services to the layer above.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Layer Independence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internal implementation of a layer protocol can be completely modified or replaced without affecting adjacent layers as long as the layer interface remains unchanged.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Encapsulation at Sender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top-down; each layer adds its own Protocol Header (and L2 adds a trailer) containing control metadata (addresses, sequence numbers, checksums).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Decapsulation at Receiver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Data moves bottom-up; each layer processes and strips its corresponding header, passing the demultiplexed payload to the upper layer.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Protocol Data Unit (PDU) Terminology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L5: Message (App) -&gt; L4: Segment (TCP) / Datagram (UDP) -&gt; L3: Packet / Datagram (IP) -&gt; L2: Frame (Ethernet/Wi-Fi) -&gt; L1: Raw Bit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Benefits of Layering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Simplifies system design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Standardizes interfaces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Enables multi-vendor hardware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Isolates layer troubleshooting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Facilitates protocol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1.2.2 Comprehensive Architecture: OSI 7-Layer vs TCP/IP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OSI VS TCP/IP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OSI 7-Layer Model (ISO Conceptual)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7. Application: User applications &amp; network services (HTTP, DNS)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6. Presentation: Data formatting, compression, encryption/decryption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Session: Dialog management, token coordination, checkpoints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End-to-end reliability, flow control, port addressing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Network: Logical host addressing (IP) &amp; packet routing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Node-to-node frame transfer &amp; MAC error control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Unstructured bit transmission over raw copper/fiber/air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TCP/IP 5-Layer Internet Stack (Practical)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5. Application: Integrates OSI L7, L6, L5; protocols: HTTP, SMTP, DNS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4. Transport: Process-to-process multiplexing: TCP (reliable) &amp; UDP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3. Network (Internet): Host-to-host delivery across networks: IPv4, IPv6, ICMP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2. Data Link: Hardware framing, MAC addressing: Ethernet, 802.11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1. Physical: Signals, voltages, optical pulses, RF frequencies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1.2.3 Addressing Hierarchy &amp; PDU Encapsulation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 ADDRESSING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Application Layer Addressing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Uniform Resource Identifiers (URIs), Domain Names (FQDNs), and standardized Port Numbers.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Addressing (Port Numbers)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16-bit Port Number (0 - 65,535). Well-known ports (0-1023: HTTP 80, HTTPS 443, SSH 22), Registered (1024-49151), Dynamic/Private (49152-65535).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Layer Addressing (IP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Logical 32-bit IPv4 or 128-bit IPv6 address used for global routing across subnets and autonomous systems.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Data Link Layer Addressing (MAC Addresses)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Physical 48-bit (6-byte) EUI-48 hardware address burned into the NIC (e.g., `00:1A:2B:3C:4D:5E`). Used strictly on the local link.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Cross-Layer Demultiplexing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L2 Frame Type field identifies L3 (IPv4 0x0800, ARP 0x0806) -&gt; L3 Protocol field identifies L4 (TCP 6, UDP 17) -&gt; L4 Port identifies L5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Addressing Summary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Process ID: 16-bit Port Number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Host ID: 32-bit / 128-bit IP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NIC ID: 48-bit MAC Address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L2 Type 0x0800 -&gt; IPv4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6 -&gt; TCP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L3 Protocol 17 -&gt; UDP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Protocol Layering &amp; Network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the OSI 7-Layer model with the TCP/IP 5-Layer stack. Explain why the Presentation and Session layers are merged in TCP/IP.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Illustrate the step-by-step PDU encapsulation and decapsulation process across all layers with a neat labeled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three-level addressing hierarchy (Port, IP, MAC) and describe how demultiplexing occurs at each layer. (6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OSI is a conceptual model; TCP/IP is the practical architecture implemented across the Internet.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Headers prepend metadata: Port at L4, IP at L3, MAC and CRC FCS trailer at L2.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L2 MAC changes at every router hop; L3 Source and Destination IP remain unchanged end-to-end (without NAT).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