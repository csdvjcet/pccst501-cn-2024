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Protocol Layering &amp; Network Models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Layering Principles, OSI 7-Layer Architecture, TCP/IP 5-Layer Stack, Encapsulation &amp; PDUs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1.2.1 Protocol Layering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PROTOCOL LAYERING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Modular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Complex networking tasks are divided into distinct functional layers. Each layer relies on services from the layer below and provides services to the layer above.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Independence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Changes in the internal implementation of one layer do not affect other layers, provided the inter-layer interface remains unchanged.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Encapsulation &amp; Decapsulation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 data travels down the stack at the sender, each layer prepends a header (and sometimes a trailer). At receiver, headers are stripped sequentially.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Data Units (PDU)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L5: Message (App) $\to$ L4: Segment (TCP) / Datagram (UDP) $\to$ L3: Packet/Datagram (IP) $\to$ L2: Frame (Ethernet) $\to$ L1: Bits (Physical).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Advantages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Modularity simplifies design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Standardized 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Interoperability across vendors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Easy maintenance and upgrades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1.2.2 Model Comparison: OSI 7-Layer vs TCP/IP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OSI VS TCP/IP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OSI Reference Model (ISO)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7. Application: User network interfaces (HTTP, FTP)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6. Presentation: Data translation, compression, encryption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Session: Dialog control &amp; synchronization checkpoints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End-to-end process delivery &amp; flow/error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Network: Routing &amp; logical addressing across networks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Node-to-node framing &amp; MAC 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Bit stream transmission over raw media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TCP/IP Internet Stack (Practical)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Application: Combines OSI L7, L6, and L5 functions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Process-to-process delivery (TCP, 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 (Internet): Host-to-host routing (IPv4, IPv6, ICMP)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Hardware frame delivery (Ethernet, Wi-Fi)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Cable signals, optical pulses, radio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1.2.3 PDU Encapsulation &amp; Addressing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ADDRESSING &amp; PDUs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(L5)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Message. Uses Port Numbers (16-bit) and URLs/Hostnames to address application endpoints.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Layer (L4)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Segment / Datagram. Adds Source &amp; Destination Port Numbers (e.g., Port 80, 443, 53) for process-to-process multiplexing.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Datagram / Packet. Adds Source &amp; Destination IP Addresses (32-bit IPv4 / 128-bit IPv6) for global host-to-host routing.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Frame. Adds Source &amp; Destination MAC Addresses (48-bit physical) and CRC-32 Frame Check Sequence (FCS) trailer.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Bits. Encodes raw bit stream into voltages, light pulses, or RF carrier modulations.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Addressing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L5/L4: 16-bit Port (0-65535)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L3: 32-bit IPv4 / 128-bit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L2: 48-bit MAC (Hex notation)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L1: Physical voltage/frequencies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