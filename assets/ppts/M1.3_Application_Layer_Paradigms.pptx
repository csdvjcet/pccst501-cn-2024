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Application Layer Paradigms &amp; Services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Client-Server vs Peer-to-Peer (P2P), Transport Service Requirements for Applications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1.3.1 Application Architecture Paradigms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M1.3 APP PARADIGMS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Client-Server Architecture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Server Host: Always-on host with permanent, well-known IP address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Client Hosts: Communicate with server; intermittent connections; dynamic IPs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Scalability: Server can become bottleneck; requires data centers / load balancers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Control: Centralized control, security, and authentication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Examples: Web (HTTP), Email (SMTP/IMAP), File Transfer (FTP)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Peer-to-Peer (P2P) Architecture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Peers: Arbitrary end systems communicate directly without dedicated server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Self-Scalability: New peers bring service capacity as well as demand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Decentralization: No single point of failure; resilient against server outages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Management: Complex churn handling (peers join and leave arbitrarily)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Examples: BitTorrent, Gnutella, Blockchain networks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1.3.2 Transport Services Required by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M1.3 TRANSPORT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Reliable Data Transfer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Financial, web, and email apps require 100% loss-free transfer (TCP). Loss-tolerant audio/video can accept minor loss (UDP).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Throughput / Bandwidth Guarantees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Bandwidth-sensitive apps (VoIP, 4K video) need minimum throughput guarantees. Elastic apps adapt to available bandwidth.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Timing &amp; Latency Constraints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Interactive games and video conferencing require tight bounds on end-to-end delay (e.g. &lt; 150ms).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Security &amp; Encryption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Confidentiality, data integrity, and endpoint authentication provided by Transport Layer Security (TLS/HTTPS).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Socket Abstraction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software interface through which application processes send and receive data over the network stack.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Protocol Matching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Web (HTTP): TCP (Port 80/443)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Email (SMTP): TCP (Port 25/587)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DNS: UDP (Port 53) [Low latency]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Streaming: UDP / RTP (or DASH/TCP)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FTP: TCP (Ports 20 &amp; 21)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