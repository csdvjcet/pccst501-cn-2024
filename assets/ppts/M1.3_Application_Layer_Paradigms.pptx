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M1.3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Application Layer Paradigms &amp; Requirements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Client-Server vs P2P Architectures, Transport Service Needs (Integrity, Throughput, Timing, Security), Socket Interface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1.3.1 Application Paradigms: Client-Server vs P2P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APPLICATION PARADIGMS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Client-Server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Centralized Server: Always-on host with fixed, well-known IP address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Client Behavior: Initiate requests on demand; clients do not speak to each other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Limit: Server upload capacity bottlenecks under massive simultaneous loads ($D_{CS} = \max\{N \cdot F / u_s, F / d_i\}$)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Infrastructure Cost: Requires massive data centers, load balancers, and CDN caching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Web (HTTP), Email (SMTP/IMAP), Remote Login (SSH)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Peer-to-Peer (P2P)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Decentralized Peers: Arbitrary end systems communicate directly without dedicated central servers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Self-Scalability: Peers are both consumers (downloaders) and producers (uploaders) of data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 Formula: Distribution time grows logarithmically: $D_{P2P} = \max\{F / u_s, F / d_{min}, N \cdot F / (u_s + \sum u_i)\}$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Challenges: Churn (peers join/leave dynamically), security, ISP asymmetric bandwidth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Examples: BitTorrent, IPFS, Blockchain, Skype (original)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1.3.2 Transport Layer Service Requirements for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 TRANSPORT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Integrity / Reliability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Loss-intolerant applications (Web documents, file transfer, email, banking) require 100% reliable transport (TCP). Loss-tolerant applications (audio/video streaming, VoIP) can tolerate slight packet loss (UDP).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Throughput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Bandwidth-sensitive applications (HD video streaming, real-time conferencing) need minimum throughput guarantees. Elastic applications (Email, Web, FTP) make use of whatever bandwidth is available.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Timing / Latency Guarantees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Interactive gaming and VoIP require tight upper bounds on end-to-end delay (e.g., &lt; 150 ms) to prevent human-perceptible lag.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Security &amp; Encryption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Application data privacy, server authentication, and message integrity provided via TLS (Transport Layer Security) running on top of TCP (e.g., HTTPS, SMTPS).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Choice Mapping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TCP: HTTP/1.1 (80), HTTPS (443), FTP (20/21), SMTP (25), SSH (22). UDP: DNS (53), SNMP (161), RTP/RTSP, DHCP (67/68), QUIC/HTTP3 (443).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Service Classification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Reliability: TCP (Strict) vs UDP (Loss-tolerant)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Timing: Sensitive (VoIP) vs Elastic (Email/Web)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Security: TLS/SSL cryptographic wrapper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Multiplexing: 16-bit Port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Application Paradigms &amp;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Client-Server and Peer-to-Peer network paradigms with real-world examples.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Identify the transport service requirements (loss, throughput, timing, security) for HTTP, VoIP, DNS, and FTP.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the socket interface acts as an API bridge between application-layer user processes and kernel transport protocols.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has centralized control and fixed IP; P2P possesses self-scalability as each leecher becomes a seeder.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provides 100% reliable byte-stream delivery with flow and congestion control.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provides low-latency, lightweight datagram delivery without handshake or congestion throttling.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