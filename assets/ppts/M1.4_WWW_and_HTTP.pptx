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1 • M1.4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World Wide Web &amp; HTTP Protocol Suite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HTTP/1.0, HTTP/1.1 (Persistent vs Non-Persistent, Pipelining), HTTP/2 (Binary Framing, Streams, Push), HTTP/3 (QUIC), Caching &amp; Cookies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1.4.1 HTTP Protocol Fundamentals &amp; Message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M1.4 HTTP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HTTP (HyperText Transfer Protocol)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Stateless, application-layer request-response protocol operating over TCP (standard port 80, TLS encrypted HTTPS port 443).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HTTP Request Structure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Method (GET, POST, HEAD, PUT, DELETE) + Request-URI + HTTP-Version \r\n Header Lines (Host, User-Agent, Accept, Cookie) \r\n\r\n [Optional Entity Body].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HTTP Response Structure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HTTP-Version + Status Code (200 OK, 301 Moved, 304 Not Modified, 404 Not Found, 500 Server Error) + Status Phrase \r\n Headers (Content-Type, Content-Length, Set-Cookie, Cache-Control) \r\n\r\n [Data Body].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Statelessness &amp; State Management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HTTP servers maintain no state across successive requests from the same client. State is tracked using Cookies (via `Set-Cookie` and `Cookie` headers) and Session Tokens.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Conditional GET &amp; Web Caching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Clients and Proxy Caches avoid re-transmitting unmodified objects using the `If-Modified-Since` request header. If object unchanged, server responds `304 Not Modified` with zero body bits.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Key Status Codes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200 OK: Request succeeded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301 Moved Permanently: Redirect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304 Not Modified: Cache hit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400 Bad Request: Syntax error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404 Not Found: Resource absent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503 Service Unavailable: Busy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1.4.2 HTTP/1.0 vs HTTP/1.1 vs HTTP/2 vs HTTP/3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M1.4 HTTP EVOLUTION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3832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HTTP/1.0 &amp; HTTP/1.1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1.0 Non-Persistent: Opens fresh TCP connection per object ($2 \cdot RTT$ per object); high latency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1.1 Persistent: Reuses single TCP connection for multiple objects; default `Keep-Alive`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Pipelining: Sends multiple requests without waiting for replies (suffers Head-of-Line blocking)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3832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3716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HTTP/2 (RFC 7540)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Binary Framing: Replaces plain text with binary frame parser (Headers &amp; Data frames)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Multiplexing: Interleaves streams over single TCP; eliminates HTTP Head-of-Line blocking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Server Push: Proactively pushes critical resources (CSS, JS) before client requests them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HPACK: Compresses redundant header fields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34440"/>
            <a:ext cx="33832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3716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D97706"/>
                </a:solidFill>
              </a:defRPr>
            </a:pPr>
            <a:r>
              <a:t>HTTP/3 (QUIC / RFC 9000)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QUIC over UDP: Replaces TCP with QUIC transport layer over UDP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Zero HoL Blocking: Packet loss in one stream never stalls unrelated streams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0-RTT Handshake: Combines connection setup and TLS 1.3 cryptographic handshake in 1 round-trip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1.4.3 Worked KTU Numerical: Web Page Retrieval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M1.4 WORKED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4864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F1E4A"/>
                </a:solidFill>
              </a:defRPr>
            </a:pPr>
            <a:r>
              <a:t>📌 KTU Numerical Problem Statement</a:t>
            </a:r>
          </a:p>
          <a:p>
            <a:pPr>
              <a:spcAft>
                <a:spcPts val="1400"/>
              </a:spcAft>
              <a:defRPr sz="1250">
                <a:solidFill>
                  <a:srgbClr val="0F172A"/>
                </a:solidFill>
              </a:defRPr>
            </a:pPr>
            <a:r>
              <a:t>A base HTML page references 8 small embedded JPEG images located on the same server. Round-Trip Time between client and server is RTT = 40 ms. Base HTML transmission time is negligible. Calculate total retrieval time for: (a) HTTP/1.0 Non-Persistent with sequential TCP connections, (b) HTTP/1.1 Persistent without pipelining, (c) HTTP/1.1 Persistent with pipelining.</a:t>
            </a:r>
          </a:p>
          <a:p>
            <a:pPr>
              <a:spcAft>
                <a:spcPts val="600"/>
              </a:spcAft>
              <a:defRPr b="1" sz="1350">
                <a:solidFill>
                  <a:srgbClr val="0E7490"/>
                </a:solidFill>
              </a:defRPr>
            </a:pPr>
            <a:r>
              <a:t>📐 Governing Formulas &amp; Principles: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Non-Persistent: 1 TCP Handshake (1 RTT) + 1 Request/Response (1 RTT) = 2 RTT per object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Persistent without Pipelining: 1 TCP Handshake (1 RTT) + 1 RTT for Base + N * 1 RTT for images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Persistent with Pipelining: 1 TCP Handshake (1 RTT) + 1 RTT for Base + 1 RTT for all images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34440"/>
            <a:ext cx="5029200" cy="4892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47857"/>
                </a:solidFill>
              </a:defRPr>
            </a:pPr>
            <a:r>
              <a:t>📝 Step-by-Step Derivation &amp; Solution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1: Total objects = 1 Base HTML + 8 Images = 9 objects.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2: (a) Non-Persistent: 9 objects * 2 RTT = 18 RTT = 18 * 40 ms = 720 ms.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3: (b) Persistent without Pipelining: 1 RTT (TCP setup) + 1 RTT (Base HTML) + (8 * 1 RTT) = 10 RTT = 10 * 40 ms = 400 ms.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4: (c) Persistent with Pipelining: 1 RTT (TCP setup) + 1 RTT (Base HTML) + 1 RTT (pipelined batch) = 3 RTT = 3 * 40 ms = 120 ms.</a:t>
            </a:r>
          </a:p>
          <a:p>
            <a:pPr>
              <a:spcAft>
                <a:spcPts val="800"/>
              </a:spcAft>
              <a:defRPr b="1" sz="1300">
                <a:solidFill>
                  <a:srgbClr val="047857"/>
                </a:solidFill>
              </a:defRPr>
            </a:pPr>
            <a:r>
              <a:t>✅ FINAL ANSWER: Non-Persistent: 720 ms | Persistent: 400 ms | Pipelined: 120 ms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💡 Exam Tip: Always remember: TCP 3-way handshake consumes 1 full RTT before any HTTP request can be transmitted.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World Wide Web &amp; HTTP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difference between non-persistent and persistent HTTP connections with timing diagrams.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What is Head-of-Line (HoL) blocking? How do HTTP/2 binary framing and HTTP/3 QUIC solve it?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Describe the mechanism of Web Caching using the Conditional GET request (`If-Modified-Since`). (5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HTTP/1.0 incurs 2 RTT per object; HTTP/1.1 persistent reuses TCP connections to save handshakes.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HTTP/2 multiplexes streams over 1 TCP connection using binary framing, but TCP packet loss stalls all streams.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HTTP/3 runs over UDP with QUIC to provide independent stream streams and 0-RTT connection re-establishment.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Web caches reduce traffic intensity on access links and drastically cut down end-user latency.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