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188720"/>
            <a:ext cx="164592" cy="4480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10058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D97706"/>
                </a:solidFill>
              </a:defRPr>
            </a:pPr>
            <a:r>
              <a:t>PCCST501 Computer Networks | KTU 2024 Scheme • MODULE 1 • M1.4</a:t>
            </a:r>
          </a:p>
          <a:p>
            <a:pPr>
              <a:spcAft>
                <a:spcPts val="1400"/>
              </a:spcAft>
              <a:defRPr b="1" sz="3200">
                <a:solidFill>
                  <a:srgbClr val="F8FAFC"/>
                </a:solidFill>
              </a:defRPr>
            </a:pPr>
            <a:r>
              <a:t>World Wide Web &amp; HTTP Architecture</a:t>
            </a:r>
          </a:p>
          <a:p>
            <a:pPr>
              <a:spcAft>
                <a:spcPts val="2800"/>
              </a:spcAft>
              <a:defRPr sz="1700">
                <a:solidFill>
                  <a:srgbClr val="94A3B8"/>
                </a:solidFill>
              </a:defRPr>
            </a:pPr>
            <a:r>
              <a:t>HTTP/1.0, HTTP/1.1 Persistent Pipelining, HTTP/2 Binary Multiplexing, HTTP/3, Methods, Status Codes &amp; Caching</a:t>
            </a:r>
          </a:p>
          <a:p>
            <a:pPr>
              <a:defRPr b="1" sz="1300">
                <a:solidFill>
                  <a:srgbClr val="E2E8F0"/>
                </a:solidFill>
              </a:defRPr>
            </a:pPr>
            <a:r>
              <a:t>Prepared by: Prof. Anju Markose | Assistant Professor, Dept. of CSE | VJCET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Viswajyothi College of Engineering and Technology (VJCET), Vazhakulam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1.4.1 HTTP Protocol Fundamentals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M1.4 HTTP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HyperText Transfer Protocol (HTTP)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Application-layer request-response protocol running over TCP (Port 80 HTTP, Port 443 HTTPS).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Stateless Nature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Server maintains no information about past client requests. Cookies and sessions add state on top of HTTP.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HTTP Request Message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Consists of Request Line (`METHOD URL VERSION`), Header Lines (`Host:`, `User-Agent:`, `Accept:`), Blank Line (`\r\n`), and Entity Body (in POST).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HTTP Response Message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Consists of Status Line (`VERSION STATUS_CODE PHRASE`), Header Lines (`Content-Type:`, `Content-Length:`, `Set-Cookie:`), Blank Line, and Entity Body.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HTTP Methods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GET (retrieve data), POST (submit form/JSON), HEAD (fetch headers only), PUT (upload/replace resource), DELETE (remove resource).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Key Status Codes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200 OK: Request succeeded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301 Moved Permanently: Redirect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304 Not Modified: Cache valid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400 Bad Request: Malformed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404 Not Found: Missing URL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500 Internal Server Error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1.4.2 HTTP Connections: Non-Persistent vs Persistent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M1.4 HTTP CONNECTIONS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F1E4A"/>
                </a:solidFill>
              </a:defRPr>
            </a:pPr>
            <a:r>
              <a:t>Non-Persistent HTTP (HTTP/1.0)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Connection Rule: At most one object sent over a single TCP connection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Overhead: New TCP 3-way handshake for EVERY referenced object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Response Time: 2 RTTs + Transmission Time per referenced object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Server Load: High OS overhead managing multiple short-lived sockets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Parallel Connections: Browsers open ~6 parallel connections to compensate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280160"/>
            <a:ext cx="5212080" cy="484632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0F1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Persistent HTTP (HTTP/1.1)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Connection Rule: Multiple objects sent over a SINGLE open TCP connection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Pipelining: Client sends subsequent requests without waiting for replies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Response Time: 1 RTT for initial connection + 1 RTT per batch of objects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Keep-Alive: Header `Connection: keep-alive` prevents socket teardown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Head-of-Line Blocking: Slow first response blocks subsequent queued objects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1.4.3 HTTP Evolution: HTTP/2 &amp; HTTP/3 &amp; Web Caching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M1.4 HTTP/2 &amp; CACHING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HTTP/2 Innovations (RFC 7540)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Replaces plain text with Binary Framing Layer. Introduces Stream Multiplexing: multiple requests/responses interleaved over one TCP connection without Head-of-Line (HoL) blocking.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Header Compression &amp; Server Push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HPACK algorithm compresses redundant headers across requests. Server Push proactively sends required assets (CSS/JS) before client requests them.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HTTP/3 over QUIC (RFC 9000)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Runs over UDP instead of TCP. Eliminates TCP-level Head-of-Line blocking and achieves zero-RTT connection resumption with integrated TLS 1.3.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Web Caching &amp; Proxy Servers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Proxy servers satisfy client requests from local storage without contacting origin server. Reduces response time and access link traffic.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Conditional GET (`If-Modified-Since`)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Cache verifies freshness with origin server. If object unchanged, server returns `304 Not Modified` with zero entity body.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HTTP Evolution Summary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HTTP/1.0: 1 Object per TCP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HTTP/1.1: Persistent + Keep-Alive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HTTP/2: Binary Multiplexing + Push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HTTP/3: UDP (QUIC) + 0-RTT TLS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Web Caching: Reduces ISP load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