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1 • M1.5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File Transfer Protocol (FTP)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Dual Connection Architecture, Out-of-Band Control, Active vs Passive Mode, Commands &amp; Status Codes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1.5.1 FTP Dual-Channel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M1.5 FTP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Two Parallel TCP Connections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FTP separates control signalling from actual data transfer by utilizing two distinct TCP connections.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Control Connection (Port 21)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Client connects to server port 21. Used for sending ASCII commands (`USER`, `PASS`, `LIST`, `RETR`, `STOR`) and receiving 3-digit status codes. Remains open throughout session.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Data Connection (Port 20 / Ephemeral)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Created dynamically whenever a file transfer or directory listing is requested. Closed immediately upon file transfer completion.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Out-of-Band Control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Because control information is sent on a completely separate connection from data, FTP is termed an 'Out-of-Band' control protocol (unlike HTTP which is in-band).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Stateful Server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FTP server maintains state about client (current directory, authentication state, transfer parameters).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Key FTP Commands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USER &lt;username&gt;: Login ID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PASS &lt;password&gt;: Auth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LIST: Request directory listing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RETR &lt;filename&gt;: Download file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STOR &lt;filename&gt;: Upload file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QUIT: Close session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1.5.2 FTP Modes: Active vs Passive (PASV)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M1.5 ACTIVE VS PASSIVE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Active Mode FTP (Standard)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Step 1: Client connects from port N to Server Port 21 (Control)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Step 2: Client sends `PORT` command telling server its IP and port M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Step 3: Server initiates data connection from Port 20 to Client Port M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Firewall Issue: Client-side firewall blocks incoming connection from server port 20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Best For: Clients with direct public IP addresses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Passive Mode FTP (PASV - Modern)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Step 1: Client connects from port N to Server Port 21 (Control)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Step 2: Client sends `PASV` command to server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Step 3: Server opens random unprivileged port P and tells client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Step 4: Client initiates data connection from port N+1 to Server port P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Firewall Friendly: All connections initiated outbound by client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