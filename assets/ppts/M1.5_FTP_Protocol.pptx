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M1.5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FTP (File Transfer Protocol) Architecture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Out-of-Band Control vs In-Band Data, Control Port 21 vs Data Port 20, Active Mode (PORT) vs Passive Mode (PASV), Stateful Operation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1.5.1 Dual-Channel Architecture of FTP (RFC 959)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M1.5 FTP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Out-of-Band Control Connection (Port 21)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FTP establishes a dedicated TCP connection on port 21 solely for control commands (USER, PASS, LIST, RETR, STOR, QUIT) and server status replies (e.g., 220, 331, 230). Remains open throughout session.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In-Band Data Connection (Port 20)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separate, independent TCP connection created strictly for data transfer (file upload/download, directory listings). Opened per file transfer and closed immediately upon completion.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Stateful Connection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Unlike stateless HTTP, FTP servers maintain extensive session state: current working directory, authenticated user credentials, transfer mode (ASCII vs Binary), and client IP/port.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Security Limitations of Plain FTP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Credentials and data transmitted in unencrypted cleartext. Modern secure alternatives: FTPS (FTP over TLS/SSL) and SFTP (SSH File Transfer Protocol).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FTP Commands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USER / PASS: Authentication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LIST: Directory listing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RETR: Retrieve / Download file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STOR: Store / Upload file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TYPE A / I: ASCII / Binary mode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QUIT: Close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1.5.2 Active Mode (`PORT`) vs Passive Mode (`PASV`)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M1.5 ACTIVE VS PASSIVE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Active Mode FTP (`PORT`)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Control Channel: Client connects from random port $N$ to Server Port 21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Data Channel Initiation: Client sends `PORT IP,p1,p2` command. Server initiates data connection from Server Port 20 to Client Port $P$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Firewall Problem: Client-side firewalls and NATs block inbound connections initiated by external servers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Usage: Legacy environments without client NAT firewalls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Passive Mode FTP (`PASV`)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Control Channel: Client connects from random port $N$ to Server Port 21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Data Channel Initiation: Client sends `PASV` command. Server opens random port $M$ and replies with `227 Entering Passive Mode`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Firewall Friendly: Client initiates outbound connection to Server Port $M$; traversable through client NATs/firewalls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Usage: Standard default mode across modern Internet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FTP Architecture &amp;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why FTP is called an 'out-of-band' control protocol. How does it differ from HTTP?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Active Mode and Passive Mode in FTP with step-by-step connection flow diagrams. Explain why Passive mode is preferred behind NAT firewalls. (8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FTP separates control signaling (Port 21) from data bulk transfer (Port 20).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In Active mode, server connects to client (fails behind client firewalls).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In Passive mode, client connects to server's dynamically assigned high port (bypasses client NAT restrictions).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