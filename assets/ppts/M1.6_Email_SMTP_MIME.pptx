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Electronic Mail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User Agents (UA), Mail Transfer Agents (MTA), SMTP Push Protocol (Port 25/587), MIME 7-Bit ASCII Encoding, POP3 vs IMAP4 vs Webmail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1.6.1 Email System Architecture &amp; Message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EMAIL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Components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Three major components: User Agents (mail clients like Thunderbird, Outlook), Mail Servers (run mailboxes and outgoing message queues), and Mail Transfer Protocols.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(Simple Mail Transfer Protocol - RFC 5321)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Push protocol operating over TCP port 25 (inter-server relay) and port 587 (client message submission with STARTTLS).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End-to-End Delivery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Alice (UA) -&gt; Alice's Mail Server (MTA) -&gt; [Internet Relay via SMTP over TCP] -&gt; Bob's Mail Server (MTA mailbox) -&gt; Bob (UA via POP3/IMAP4/HTTPS).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Push vs Pull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SMTP pushes email from sender to receiver's server. Receiver cannot use SMTP to pull mail to their local client because client may not be online with fixed IP.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Message Format (RFC 5322)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Header lines (`From:`, `To:`, `Subject:`, `Date:`) separated from Message Body by a blank line `\r\n`. Handled as 7-bit ASCII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SMTP Command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HELO / EHLO: Client intro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MAIL FROM: Sender envelope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RCPT TO: Recipient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DATA: Start message payload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. (Single period): End of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Terminate TCP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1.6.2 MIME Extensions &amp; Mail Access: POP3 vs IMAP4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MIME &amp; ACCESS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MIME (Multipurpose Internet Mail Extensions)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Purpose: Allows non-ASCII binary data (images, audio, PDFs, attachments) over 7-bit ASCII SMTP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MIME Headers: `MIME-Version: 1.0`, `Content-Type: multipart/mixed; boundary=...`, `Content-Transfer-Encoding: base64`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Base64 Encoding: Converts 3 binary bytes (24 bits) into 4 printable ASCII characters (6 bits each; 33% overhead)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Mail Access: POP3 vs IMAP4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POP3 (Post Office Protocol v3): TCP Port 110. 'Download and Delete' mode — copies email to local device; no server synchronization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IMAP4 (Internet Message Access Protocol): TCP Port 143. Retains all messages/folders on server; multi-device synchronization; supports partial retrieval (e.g., fetch headers only)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Webmail (HTTP/HTTPS): User agent runs inside web browser; uses HTTPS to communicate with webmail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Electronic Mail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SMTP cannot be used by an end user to pull emails from the mail server.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POP3 and IMAP4 access protocols with respect to folder synchronization and multi-device access.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MIME in electronic mail. How does Base64 encoding convert 8-bit binary data to 7-bit ASCII?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SMTP is strictly a push protocol; POP3 and IMAP4 are pull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POP3 is simple and offline-oriented; IMAP4 maintains centralized state and synchronized folders across devices.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MIME headers allow multimedia attachments; Base64 maps 3 binary bytes into 4 ASCII symbols.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