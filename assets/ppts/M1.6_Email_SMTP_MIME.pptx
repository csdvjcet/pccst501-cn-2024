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1 • M1.6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Electronic Mail (SMTP, POP3, IMAP, MIME)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Email Architecture, Push vs Pull Models, Simple Mail Transfer Protocol, POP3 vs IMAP4 &amp; MIME Encoding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1.6.1 Electronic Mail Architecture &amp; SMTP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M1.6 EMAIL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Three Core Components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User Agents (UA: Mail readers like Outlook, Thunderbird), Mail Servers (contain mailboxes &amp; outgoing message spools), and Transfer Protocols.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SMTP (Simple Mail Transfer Protocol)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Standard push protocol for transferring email messages reliably between mail servers over TCP (Port 25 standard, 587 submission).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SMTP Push Mechanism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Sender User Agent pushes email to Sender Mail Server via SMTP $\to$ Sender Mail Server pushes email directly to Recipient Mail Server via SMTP.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Connection Phases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Three phases: Handshake (`HELO` / `EHLO`), Message Transfer (`MAIL FROM:`, `RCPT TO:`, `DATA`), and Closure (`QUIT`).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7-Bit ASCII Limitation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Original SMTP body restricted to plain 7-bit ASCII characters. Multimedia require MIME extensions.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SMTP Commands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HELO / EHLO: Client greeting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MAIL FROM: Identifies sender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RCPT TO: Identifies recipient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DATA: Begins email body text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. (Single dot on line): Ends body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QUIT: Terminates connection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1.6.2 Mail Access Protocols: POP3 vs IMAP4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M1.6 POP3 VS IMAP4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POP3 (Post Office Protocol v3 - Port 110)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Paradigm: Download-and-delete / Download-and-keep mode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Folder Management: Messages downloaded locally; cannot create server folders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Multi-Device Sync: Poor; state changes on one device not reflected on others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Storage: Minimal server storage required; client maintains local archive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Statelessness: Stateless across client sessions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IMAP4 (Internet Message Access Protocol - Port 143)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Paradigm: Remote message management on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Folder Management: Allows creating, renaming, and nesting folders on server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Multi-Device Sync: Perfect synchronization across phone, laptop, webmail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Partial Download: Allows fetching message headers before downloading body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Stateful: Server tracks read, flagged, and deleted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1.6.3 MIME (Multipurpose Internet Mail Extensions)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M1.6 MIME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Motivation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Enables sending non-ASCII data (images, audio, video, attachments, non-English character sets) across standard 7-bit ASCII SMTP infrastructure.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MIME Header Extensions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`MIME-Version: 1.0`, `Content-Type:` (e.g. `text/html`, `image/jpeg`, `multipart/mixed`), `Content-Transfer-Encoding:`.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Base64 Encoding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Converts arbitrary binary data into 6-bit chunks mapped to 64 printable ASCII characters (`A-Z`, `a-z`, `0-9`, `+`, `/`). Every 3 binary bytes produce 4 ASCII chars (33% overhead).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Quoted-Printable Encoding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Used for text with few non-ASCII characters; non-ASCII byte represented as `=XX` (hex).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Multipart MIME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Allows single email message to contain plain text, HTML version, and multiple attached binary files separated by a boundary string.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Push vs Pull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Sender UA -&gt; Sender Server: SMTP (Push)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Sender Server -&gt; Recv Server: SMTP (Push)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Recv Server -&gt; Recv UA: POP3/IMAP (Pull)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Webmail: HTTP between UA and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