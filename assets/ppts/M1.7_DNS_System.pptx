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M1.7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Domain Name System (DNS)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Hierarchical Distributed Database, Root/TLD/Authoritative Servers, Iterative vs Recursive Queries, DNS Caching &amp; TTL, Resource Records (RR)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1.7.1 DNS: Distributed Hierarchical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DNS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DNS Core Function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Application-layer service translating human-readable hostnames (e.g., `www.vjcet.ac.in`) into 32-bit IPv4 / 128-bit IPv6 machine addresses.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Distributed &amp; Hierarchical?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single centralized database would suffer single-point failure, massive traffic congestion, geographic distance delay, and impossible maintenance.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Root DNS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13 logical root server addresses (A through M, replicated worldwide via Anycast routing). Directs queries to appropriate TLD servers.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Top-Level Domain (TLD)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Responsible for generic TLDs (`.com`, `.org`, `.net`, `.edu`) and country-code ccTLDs (`.in`, `.uk`, `.de`, `.jp`).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Authoritative DNS Servers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Maintained by organizations/service providers containing the definitive, official mapping records for an institution's public hosts.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Local DNS Name Server (Resolver)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ISP / Campus resolver (e.g., Google 8.8.8.8, Cloudflare 1.1.1.1) acting as proxy intermediary cache for client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DNS Hierarchy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Root Servers: Global root '.'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TLD Servers: .com, .in, .org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Authoritative: vjcet.ac.in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Local Resolver: ISP DNS cache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Runs on UDP Port 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1.7.2 DNS Resolution Mechanisms: Iterative vs Recursive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RESOLUTION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Iterative DNS Query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Client Interaction: Local DNS server handles resolution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Response: Contacted server replies: 'I don't know the exact IP, but you should ask this next DNS server' (returns referral delegation)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Query Load: Local DNS server sequentially queries Root -&gt; TLD -&gt; Authoritative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Burden: Puts minimal load on Root and TLD server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Recursive DNS Query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Action: Contacted server takes full responsibility to obtain the final IP address on behalf of the requester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Chain of Queries: Client -&gt; Local -&gt; Root -&gt; TLD -&gt; Authoritative (and returns back up the chain)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Server Burden: Heavy connection holding state and CPU burden on high-level servers; generally restricted at Root/TLD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Standard Practice: Client to Local DNS is Recursive; Local DNS to Root/TLD/Authoritative is Iterative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1.7.3 DNS Resource Records (RR) &amp; Message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 RESOURCE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Resource Record (RR) 4-Tuple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`(Name, Value, Type, TTL)` stored in DNS database.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A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Hostname, `Value` = IPv4 Address (e.g., `(vjcet.ac.in, 117.211.89.5, A, 3600)`).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AAAA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Hostname, `Value` = 128-bit IPv6 Address.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CNAME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Alias hostname, `Value` = Canonical / True hostname (e.g., `(www.vjcet.org, vjcet.ac.in, CNAME, 86400)`).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NS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Domain, `Value` = Hostname of Authoritative Name Server for domain (e.g., `(vjcet.ac.in, ns1.vjcet.ac.in, NS, 86400)`).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Type MX Record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`Name` = Domain, `Value` = Hostname of Mail Server for domain (e.g., `(vjcet.ac.in, mail.vjcet.ac.in, MX, 3600)`).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DNS Caching &amp; TTL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Resolvers cache mapping records for `TTL` seconds, dramatically reducing query delays and global root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RR Summary Table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A: Hostname -&gt; IPv4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AAAA: Hostname -&gt; IPv6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CNAME: Alias -&gt; Canonical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NS: Domain -&gt; Name Server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MX: Domain -&gt; Mail Server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Type PTR: IP -&gt; Hostname (Reverse)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Domain Name System (DNS)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and explain the step-by-step resolution process for `www.vjcet.ac.in` comparing Iterative and Recursive queries.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format and role of DNS Resource Records (A, AAAA, CNAME, NS, MX, PTR) with examples.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Why does DNS use UDP on port 53 for standard queries instead of TCP? When is TCP used in DNS?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Standard DNS uses UDP port 53 for fast 1-round-trip resolution without 3-way handshake overhead.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port 53 is used for DNS Zone Transfers between primary/secondary servers and responses exceeding 512 bytes (EDNS0).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DNS caching drastically improves web browsing latency across the globe.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