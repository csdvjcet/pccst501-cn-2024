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M1.7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Domain Name System (DNS)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Hierarchical Namespace, Root &amp; TLD Servers, Recursive vs Iterative Resolution, Resource Records &amp; Caching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1.7.1 DNS Hierarchy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Role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Distributed, hierarchical database that translates human-friendly hostnames (e.g. `www.vjcet.ac.in`) into 32-bit IPv4 or 128-bit IPv6 machine addresses. Operates over UDP/TCP Port 53.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Root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Top of DNS tree. 13 logical root server addresses (replicated globally via Anycast routing). Returns TLD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Top-Level Domain (TLD)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Manage top-level domains: Generic TLDs (`.com`, `.org`, `.edu`) and Country-code TLDs (`.in`, `.uk`, `.us`). Returns authoritative server referrals.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Authoritative DNS Servers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Maintained by organizations/service providers. Stores actual mappings for organization's publicly accessible hosts.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Local DNS Resolvers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Operated by ISPs / enterprise networks. Intercepts host queries and performs DNS tree resolution on behalf of the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DNS Server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Root DNS Servers (13)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TLD Servers (.com, .in, .edu)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Authoritative Servers (vjcet.ac.in)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Local Resolvers (ISP / 8.8.8.8)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1.7.2 DNS Query Resolution: Recursive vs Iterative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RESOLUTION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Recursive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Burden: Client/resolver offloads full lookup work to queried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Server contacts other servers sequentially until answer found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Places heavy processing &amp; memory burden on higher servers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between Client Host and Local DNS Resolver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Iterative DNS Resolution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Referral Model: Queried server responds immediately with 'I do not know, ask this server next'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Process: Local resolver contacts Root -&gt; TLD -&gt; Authoritative itself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Root Server Impact: Lightweight; preserves root/TLD server capacity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Usage: Standard among Local Resolver, Root, and TLD servers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1.7.3 DNS Resource Records (RR) &amp;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M1.7 DNS RECORDS &amp;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Resource Record Format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Stored as 4-tuple: `(Name, Value, Type, TTL)`.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IPv4 address (e.g. `vjcet.ac.in -&gt; 103.112.212.10`).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AAAA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hostname, `Value` is IPv6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CNAME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alias hostname, `Value` is canonical real hostname (e.g. `www.vjcet.ac.in -&gt; vjcet.ac.in`).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MX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mail server hostname handling email for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`Name` is domain name, `Value` is authoritative name server hostname.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DNS Caching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Resolvers cache learned RRs for duration specified by TTL (Time-to-Live). Drastically reduces internet latency and root server 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Record Types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A: Hostname -&gt; IPv4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AAAA: Hostname -&gt; IPv6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CNAME: Alias -&gt; Canonical Name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MX: Domain -&gt; Mail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NS: Domain -&gt; Authoritative Server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TTL: Cache validity time (sec)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