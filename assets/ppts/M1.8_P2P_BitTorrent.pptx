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M1.8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Peer-to-Peer Paradigm &amp; BitTorrent Case Study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P2P Scalability Analysis, BitTorrent Swarming, Trackers, Rarest-First Chunk Selection &amp; Tit-for-Tat Choking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1.8.1 P2P vs Client-Server File Distribution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P2P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File Distribution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Distribute a large file of size $F$ bits from a single server to $N$ independent peers/clients.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Client-Server Distribution 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$D_{C-S} \ge \max \left( \frac{NF}{u_s}, \frac{F}{d_{min}} \right)$. Time increases LINEARLY with $N$. As $N \to \infty$, server upload link becomes the fatal bottleneck.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P2P Distribution 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$D_{P2P} \ge \max \left( \frac{F}{u_s}, \frac{F}{d_{min}}, \frac{NF}{u_s + \sum_{i=1}^N u_i} \right)$.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Self-Scalability Principle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Each new peer downloading the file ALSO contributes its upload capacity $u_i$ to assist other peers, keeping distribution time bounded.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Scalability Comparison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Client-Server: O(N) linear growth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P2P: Sub-linear, asymptotically bounded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u_s: Server upload capacity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d_min: Minimum client download speed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sum(u_i): Aggregate peer upload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1.8.2 BitTorrent Architecture &amp; Swarm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BITTORRENT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BitTorrent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popular P2P protocol for distributing large files efficiently across thousands of cooperating peers.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Torrent &amp; Chunks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Target file is split into fixed-size chunks (typically 256 KB). A `.torrent` metadata file contains chunk cryptographic hashes and tracker URL.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Tracker &amp; Swarm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centralized server (or distributed DHT) that tracks all peers currently downloading/uploading the torrent. The collection of participating peers is the 'Swarm'.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Leechers vs Seeders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Leechers: Peers still downloading missing chunks while uploading acquired ones. Seeders: Peers possessing 100% of file chunks who remain online solely to upload.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BitTorrent Components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Torrent File: Metadata descriptor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Tracker: Coordinates active peer list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Swarm: Entire pool of active peers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Chunks: 256 KB file fragments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SHA-1 Hashes: Verify chunk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1.8.3 BitTorrent Algorithms: Rarest-First &amp; Tit-for-Tat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M1.8 BITTORRENT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Rarest-First Chunk Selection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Peers determine which chunks are least common among their connected neighbors and request those first. Prevents rarest chunks from disappearing and maximizes chunk diversity.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Tit-for-Tat (TFT) Choking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Incentivizes uploading. Peer measures upload rates from all neighbors and 'unchokes' the top 4 fastest uploaders. Other neighbors are 'choked' (no data sent). Re-evaluated every 10s.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Optimistic Unchoking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Every 30 seconds, a peer randomly unchokes one additional choked neighbor. Allows discovering new peers with potentially faster upload speeds and lets newly joined leechers acquire their first chunk.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Free-Rider Mitigation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Tit-for-Tat discourages free-riders (peers that download without uploading) by starving them of high-speed data feeds.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Rarest-First: Balances chunk supply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Top 4 Unchoked: Rewards fast peers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Optimistic Unchoke: Discovers new links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TFT cycle: 10s; Opt unchoke: 30s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