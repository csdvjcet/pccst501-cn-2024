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1 • M1.8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Peer-to-Peer Paradigm &amp; BitTorrent Case Study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P2P File Distribution Time ($D_{P2P}$ vs $D_{CS}$), Torrents, Trackers &amp; DHT, Chunks &amp; Pieces, Rarest-First, Tit-for-Tat Choking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1.8.1 P2P File Distribution vs Client-Server 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M1.8 P2P SCALABILITY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File Distribution Problem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server holds a file of size $F$ bits and needs to distribute copies to $N$ independent peer clients. Server upload rate is $u_s$, peer upload rates $u_i$, peer download rates $d_i$.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Client-Server Distribution Time ($D_{CS}$)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$D_{CS} \ge \max \{ \frac{N \cdot F}{u_s}, \frac{F}{d_{min}} \}$. As $N$ grows, $D_{CS}$ increases linearly with $N$. Adding more clients degrades service.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P2P Distribution Time ($D_{P2P}$)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$D_{P2P} \ge \max \{ \frac{F}{u_s}, \frac{F}{d_{min}}, \frac{N \cdot F}{u_s + \sum_{i=1}^N u_i} \}$. Each client donates upload capacity ($u_i$) back to the swarm.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Self-Scalability of P2P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As $N \to \infty$, the total upload capacity $(u_s + \sum u_i)$ scales proportionally with demand $N \cdot F$, bounding distribution time to a sub-linear / constant asymptote.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Scalability Formulas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D_CS &gt;= max(N*F/u_s, F/d_min)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D_P2P &gt;= max(F/u_s, F/d_min, N*F / (u_s + sum(u_i)))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Client-Server scales O(N)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P2P scales O(1) / O(log N)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Peers act as uploaders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1.8.2 BitTorrent Protocol Architecture &amp; Mechanics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M1.8 BITTORRENT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Torrents &amp; Swarms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collection of all peers participating in the distribution of a specific file is called a Swarm. File metadata is encoded in a `.torrent` file containing SHA-1 hashes of chunks.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Chunks &amp; Pieces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The file is partitioned into equal chunks (typically 256 KB to 2 MB). As soon as a peer downloads a chunk, it can immediately upload it to other peers.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Tracker &amp; Trackerless DHT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central Tracker node maintains the list of active IP addresses in the swarm. Modern BitTorrent uses Kademlia Distributed Hash Tables (DHT) for trackerless operation.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Rarest-First Chunk Selection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peer determines which chunks are least common among its neighbors and requests those first. Ensures rare chunks are duplicated rapidly across the swarm to prevent missing chunk bottlenecks.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Tit-for-Tat (TFT) Choking Algorithm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A peer gives upload priority to the top 4 peers currently supplying data to it at the highest rates (unchoked every 10 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Optimistic Unchoking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Every 30 s, a peer randomly picks 1 additional peer to upload to, discovering new faster partners and allowing newcomers to obtain their initial chunk.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BitTorrent Mechanics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Swarm: Group of active peers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Chunk Size: 256 KB - 2 MB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Rarest-First: Balances supply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Tit-for-Tat: Incentivizes uploading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Optimistic Unchoking: Finds peers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Seeders: 100% complete 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P2P &amp; BitTorrent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M1.8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(K3 Apply)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Derive the theoretical file distribution time for Client-Server ($D_{CS}$) and P2P ($D_{P2P}$) architectures.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working of BitTorrent with focus on Rarest-First chunk selection, Tit-for-Tat choking, and Optimistic Unchoking.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What is peer churn in P2P networks, and how does Distributed Hash Table (DHT) handle it? (5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Client-Server distribution time increases linearly with $N$, whereas P2P distributes the upload burden.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Rarest-First ensures even chunk distribution across the swarm.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Tit-for-Tat solves free-riding by rewarding peers who contribute upload bandwidth.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