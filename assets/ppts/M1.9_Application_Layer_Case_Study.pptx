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1 • M1.9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Application Layer Case Study &amp; Socket Mapping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Comprehensive Protocol Comparison, Port Addressing Summary, and Socket API Interface Mapping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1.9.1 Master Protocol Comparison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M1.9 PROTOCOL MATRIX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Web &amp; File Transfer Protocols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HTTP/1.1: TCP Port 80, In-band, Stateless, Persistent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HTTP/2 &amp; HTTP/3: TCP/443 &amp; UDP/443, Multiplexed, Binary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FTP Control: TCP Port 21, Out-of-band, Stateful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FTP Data: TCP Port 20 (or Ephemeral), Closed per file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DNS: UDP Port 53 (TCP for zone transfers), Hierarchical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Email &amp; P2P Protocols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SMTP: TCP Port 25/587, Push model, 7-bit ASCII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POP3: TCP Port 110, Pull model, Download &amp; Delete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IMAP4: TCP Port 143, Pull model, Remote folder sync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BitTorrent: P2P over TCP/UDP, Swarm-based, Tit-for-Tat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MIME: Encapsulation header &amp; Base64 binary encoding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1.9.2 Socket Interface &amp; Application Layer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M1.9 SOCKET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Socket as Application Doorway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Application processes interact with the operating system networking stack via the Berkeley Socket API.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Transport Choice Binding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App chooses `SOCK_STREAM` (TCP for reliability, order, flow control) or `SOCK_DGRAM` (UDP for speed, low overhead, multicasting).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Port Number Binding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Servers bind to well-known ports (&lt; 1024, root privilege) while clients are assigned ephemeral ports (49152 - 65535).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Application Layer Framing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Because TCP is a continuous byte-stream without message boundaries, application protocols must implement their own framing (e.g. `\r\n\r\n` delimiter in HTTP, `Content-Length:` header, or ASN.1 TLV).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Module 1 Review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Edge vs Core &amp; Delays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OSI 7 vs TCP/IP 5 Layers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Client-Server vs P2P Models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HTTP, FTP, SMTP, DNS, P2P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All KTU CO1 Topics Covered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