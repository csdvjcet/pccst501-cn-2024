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1 • M1.9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Application Layer Case Study: CDNs &amp; Video Streaming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Content Distribution Networks (CDNs), DNS Redirection, Edge Server Placement, DASH (Dynamic Adaptive Streaming over HTTP)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1.9.1 Content Distribution Networks (CDNs)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M1.9 CDN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The Web Scale Problem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Serving massive video traffic (YouTube, Netflix) from a single mega data center causes single point of failure, network congestion, long-distance delay, and repeated link traversals.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CDN Philosophy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Deploy thousands of geographically distributed server clusters (Points of Presence - PoPs) at edge ISPs across the globe. Store replicated video copies close to end users.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Server Placement Philosophies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Enter Deep (Akamai): Deploy clusters inside thousands of access ISPs close to users. 2. Bring Home (Limelight): Deploy fewer large clusters at Tier-1 PoPs interconnected by private backbone.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CDN DNS Redirection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When user requests `video.netflix.com`, authoritative DNS intercepts the request and returns a CNAME pointing to CDN domain. CDN's DNS resolver uses client IP to return the IP address of the geographically closest edge cache server.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CDN Benefits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Ultra-low latency to users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Reduces ISP transit costs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Absorbs DDoS attacks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High availability &amp; redundancy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1.9.2 DASH: Dynamic Adaptive Streaming over HTTP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M1.9 DASH VIDEO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Video Encoding &amp; Chunks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Video is pre-encoded at multiple quality/bitrate versions (e.g., 360p 500 kbps, 720p 2 Mbps, 1080p 5 Mbps, 4K 15 Mbps) and partitioned into small chunks (2 to 10 seconds each).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MPD (Media Presentation Description)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An XML manifest file listing the URLs and bitrates for all chunks across every quality level.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Client-Side Dynamic Adaptation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The client player continuously monitors available download bandwidth and buffer occupancy. It dynamically requests high-quality chunks when bandwidth is ample, and gracefully steps down to lower bitrates to avoid playback stalling.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Transport over HTTP/TCP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Streams over standard HTTP/HTTPS port 80/443, effortlessly traversing firewalls and NATs without requiring proprietary streaming server protocols.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DASH Algorithm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MPD Manifest: Lists chunks &amp; bitrates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Client measures throughput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If buffer high -&gt; Request 4K/1080p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If bandwidth drops -&gt; Request 720p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Zero playback interruption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CDN &amp; Streaming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(K2 Understand)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how Content Distribution Networks (CDNs) use DNS redirection to route user requests to the optimal edge server.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Describe the architecture and working of Dynamic Adaptive Streaming over HTTP (DASH). (7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CDNs bring content close to users, cutting down WAN transit delays and backbone congestion.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DNS CNAME redirection enables real-time dynamic traffic routing based on network conditions.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DASH shifts streaming intelligence to the client, adapting video bitrate in real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