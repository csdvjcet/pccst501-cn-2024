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M2.1.1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Transport Layer Services &amp; Principles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Process-to-Process Logical Communication, Port Addressing Hierarchy, Multiplexing &amp; Demultiplexing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2.1.1.1 Transport Layer Role &amp; Port Addressing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TL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Process-to-Process Delivery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While the Network Layer provides host-to-host delivery between IP addresses, the Transport Layer provides logical communication between application processes running on those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16-Bit Port Numbers (0 to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to identify specific application processes running on an operating system.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Well-Known Ports (0 - 1023)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IANA for standard server services (e.g., HTTP: 80, HTTPS: 443, FTP: 21, SSH: 22, DNS: 53, SMTP: 25). Requires root/admin privilege to bind.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Registered Ports (1024 - 49151)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by vendor applications (e.g. MySQL: 3306, PostgreSQL: 5432, Redis: 6379).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Dynamic / Ephemeral Ports (49152 - 65535)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automatically by the client operating system kernel for short-lived client-side connection endpoints.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Port Ranges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Well-Known: 0 to 1023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Registered: 1024 to 49151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Dynamic/Private: 49152 to 65535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Socket = IP Address + Port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2.1.1.2 Multiplexing &amp; Demultiplexing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M2.1.1 MUX &amp; DEMUX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Connectionless Demux (UDP)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2-Tuple: `(Destination IP, Destination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Packets from different source IPs/Ports targeting the same Dest IP/Port go to the SAME socket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Lightweight, zero connection state maintained by kernel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DNS queries, SNMP traps, video broadcasting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Connection-Oriented Demux (TCP)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Identifier: 4-Tuple: `(Src IP, Src Port, Dst IP, Dst Port)`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Behavior: Each concurrent client connection gets a UNIQUE dedicated socket returned by `accept()`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Overhead: Kernel maintains dedicated buffers &amp; state variables per connection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Use Case: Web browsing, secure shell, file transfers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