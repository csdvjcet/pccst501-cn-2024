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Transport Protocols &amp; User Datagram Protocol (UDP)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UDP Segment Header Structure, 16-Bit 1's Complement Checksum with Pseudo-Header, UDP Applications &amp; Use Cases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2.1.2.1 UDP Protocol Architecture &amp; 8-Byte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 UDP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Characteristics (RFC 768)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Connectionless, unreliable, lightweight, message-oriented transport protocol. Provides bare minimum services: process multiplexing and optional error checking.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Use UDP?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No connection establishment delay (0-RTT), 2. No connection state at server, 3. Small header overhead (8 bytes vs TCP 20 bytes), 4. Unregulated send rate (no congestion throttling).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8-Byte Header Format (32-bit width)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Port (16 bits) | Destination Port (16 bits) \n Length (16 bits, header + payload in bytes) | Checksum (16 bits).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Message Boundary Preservation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UDP sends data in discrete datagrams. If sender writes 500 bytes twice, receiver reads 500 bytes twice (preserves message boundaries, unlike TCP byte stream).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Header Breakdown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Port: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Destination Port: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Length: 16 bits (Min 8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Checksum: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Total Header: Exactly 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2.1.2.2 UDP 16-Bit 1's Complement Checksum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 CHECKSUM 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Compute the UDP checksum for three 16-bit words: Word 1 = 0x66B4 (0110 0110 1011 0100), Word 2 = 0x5555 (0101 0101 0101 0101), Word 3 = 0x8F0C (1000 1111 0000 1100). Show wraparound carry addition and 1's complement inversion. Also explain how the receiver verifies checksum integrity.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1: Sum 16-bit words using standard binary addition.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2: If sum produces a 17th bit (carry overflow), wrap it around and add to the least significant bit.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3: Invert all bits (1's complement) to obtain the transmitted Checksum field.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Receiver: Sums all received words including Checksum; valid result must be 0xFFFF (all 1s).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Sum Word 1 + Word 2: 0x66B4 + 0x5555 = 0xBC09 (1011 1100 0000 1001)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Add Word 3: 0xBC09 + 0x8F0C = 0x14B15 (1 0100 1011 0001 0101 - Carry generated!)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Wrap carry around: 0x4B15 + 1 = 0x4B16 (0100 1011 0001 0110)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Take 1's complement (~0x4B16): 1011 0100 1110 1001 = 0xB4E9 (Checksum transmitted)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Receiver Verification: 0x4B16 + 0xB4E9 = 0xFFFF (1111 1111 1111 1111 -&gt; Verified Valid!)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Transmitted Checksum = 0xB4E9 | Receiver sum = 0xFFFF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Note: UDP includes an IP Pseudo-Header (Source IP, Dest IP, Protocol 17, UDP Length) in checksum calculation to detect misrouted packets.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UDP Protocol &amp; Checksum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UDP segment header format and explain all fields. Why is UDP header size fixed at 8 bytes?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step-by-step procedure for computing the UDP 16-bit 1's complement checksum. What is the role of the pseudo-header?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Why is UDP preferred over TCP for DNS queries, SNMP, and real-time gaming?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header is minimal (8 bytes) with Source Port, Dest Port, Length, and Checksum.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Checksum calculation wraps around carry bits and inverts result for easy receiver verification (0xFFFF).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avoids TCP connection overhead and latency fluctuations from retransmissions.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