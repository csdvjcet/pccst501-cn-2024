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M2.1.2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User Datagram Protocol (UDP)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Connectionless Transport, 8-Byte Minimal Header, 1's Complement Checksum Calculation with Pseudo-Header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2.1.2.1 UDP Characteristics &amp; 8-Byte Header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M2.1.2 UDP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Core Characteristics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Connectionless, unreliable, best-effort message-oriented service. No handshaking delay, no congestion control throttling, minimal header overhead.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Source Port (16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Identifies sending process (optional; set to 0 if no reply expected).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Destination Port (16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Identifies receiving application process on target host.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Length (16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Total length of UDP datagram in bytes (Header [8 bytes] + Payload). Minimum value is 8 bytes.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Checksum (16 bits)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Used for error detection across pseudo-header, UDP header, and payload. Optional in IPv4 (0 if unused), mandatory in IPv6.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UDP Header (8 Bytes)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0-15: Source Port (16b)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16-31: Destination Port (16b)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32-47: Total Length (16b)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48-63: Checksum (16b)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Followed immediately by Payload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2.1.2.2 UDP Checksum Calculation with Pseudo-Header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M2.1.2 UDP CHECKSUM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The Pseudo-Header Concept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To detect misrouted packets, UDP computes checksum over a 12-byte temporary IP Pseudo-Header + 8-byte UDP header + payload.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Pseudo-Header Fields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Source IP (32b), Destination IP (32b), All Zeros (8b), Protocol Number (8b: `17` for UDP), UDP Length (16b).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1's Complement Addition Algorithm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Data divided into 16-bit words. All 16-bit words are added together using 1's complement arithmetic (any carry-out bit is wrapped around and added back to LSB).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Checksum Inversion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 bitwise NOT (1's complement inverse) of the final sum is placed into the Checksum field.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Receiver Verification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Receiver sums all 16-bit words (including the checksum). If no errors occurred, the resulting 16-bit sum MUST be all 1s (`0xFFFF`).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Checksum Algorithm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1. Pad odd payload with 0x00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2. Add 16-bit words with carry wrap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3. Checksum = ~Sum (bitwise NOT)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4. Receiver Sum + Checksum = 0xFFFF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5. If not 0xFFFF -&gt; Packet Corrupted!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