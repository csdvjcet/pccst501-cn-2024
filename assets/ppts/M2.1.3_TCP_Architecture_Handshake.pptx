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M2.1.3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Transmission Control Protocol (TCP)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TCP 20-Byte Header Format, 3-Way Handshake Connection Setup, 4-Way Connection Teardown (TIME_WAIT 2MSL), Sequence/ACK Mechanics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2.1.3.1 TCP Header Architecture (RFC 793 / 9293)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M2.1.3 TCP 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Connection-Oriented Byte Stream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TCP provides full-duplex, reliable, sequenced byte-stream transfer between communicating processes.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Header Format (20 to 60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Source Port (16b) | Destination Port (16b) \n Sequence Number (32b: byte-stream offset) \n Acknowledgment Number (32b: next expected byte) \n Data Offset (4b: header length in 32-bit words) | Reserved (4b) | Flags (8b) | Window Size (16b) \n Checksum (16b) | Urgent Pointer (16b) \n Options (0 to 40 bytes: MSS, Window Scale, SACK, Timestamps).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TCP Control Flags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SYN (Establish connection), ACK (Ack valid), FIN (Close connection), RST (Reset/abort connection), PSH (Push data immediately to app), URG (Urgent pointer active), ECE &amp; CWR (Explicit Congestion Notification).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Cumulative Acknowledgment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TCP Ack number $N$ indicates the receiver has successfully received all contiguous bytes up to $N-1$ and is expecting byte $N$.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TCP Control Flags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SYN: Connection request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ACK: Acknowledgment field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FIN: Graceful teardown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RST: Reset connection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PSH: Push buffer to app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URG: Out-of-band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2.1.3.2 Connection Lifecycle: 3-Way Handshake vs 4-Way Teardown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M2.1.3 TCP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3-Way Handshake (Connection Setup)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1 (Client -&gt; Server): Client sends `SYN = 1`, `Seq = x` (Initial Sequence Number $ISN_c$). Enters `SYN_SENT` state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2 (Server -&gt; Client): Server allocates buffers, replies `SYN = 1`, `ACK = 1`, `Seq = y` ($ISN_s$), `Ack = x + 1`. Enters `SYN_RCVD`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3 (Client -&gt; Server): Client sends `ACK = 1`, `Seq = x + 1`, `Ack = y + 1` (may piggyback initial application data). Enters `ESTABLISHED`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SYN Flood Defense: TCP SYN Cookies prevent server memory exhaustion from bogus SYN requests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4-Way Connection Teardown (Graceful Close)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1 (Client -&gt; Server): Client finishes sending, transmits `FIN = 1`, `Seq = u`. Enters `FIN_WAIT_1`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2 (Server -&gt; Client): Server acknowledges with `ACK = 1`, `Ack = u + 1`. Enters `CLOSE_WAIT`; Client enters `FIN_WAIT_2`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3 (Server -&gt; Client): Server finishes outstanding data, transmits `FIN = 1`, `Seq = v`. Enters `LAST_ACK`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4 (Client -&gt; Server): Client replies `ACK = 1`, `Ack = v + 1`. Client enters `TIME_WAIT` for 2MSL (Maximum Segment Lifetime = 60-120s) before terminating to ensure final ACK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TCP Connection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complete TCP segment header format and explain all fields, especially Sequence Number, ACK Number, and Control Flags.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Illustrate the TCP 3-Way Handshake with sequence and acknowledgment numbers. Why is a 2-way handshake insufficient?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purpose of the `TIME_WAIT` state and the 2MSL timer during TCP connection termination.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TCP Sequence number tracks the byte offset of transmitted data; ACK number represents the next expected byte.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3-way handshake is mandatory to synchronize Initial Sequence Numbers (ISNs) bi-directionally and verify full-duplex connectivity.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`TIME_WAIT` (2MSL) guarantees that any lingering duplicate packets in the network expire before the socket is reused.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