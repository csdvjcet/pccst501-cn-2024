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Transmission Control Protocol (TCP) Architecture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Stream-Oriented Full-Duplex Model, TCP Segment Header, 3-Way Handshake Connection Setup &amp; 4-Way Teardown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2.1.3.1 TCP Characteristics &amp; Segment Header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M2.1.3 TCP 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TCP Characteristics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Connection-oriented, reliable byte-stream, full-duplex, point-to-point, flow-controlled, congestion-controlled.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Sequence Number (32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Byte-stream number of the first data byte in this segment (relative to Initial Sequence Number ISN).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Acknowledgment Number (32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Cumulative ACK: The next byte number the sender expects to receive. Acknowledges all prior bytes.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Header Length / Data Offset (4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Specifies header length in 32-bit (4-byte) words (Range: 5 to 15 words = 20 to 60 bytes).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Control Flags (6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URG (Urgent pointer valid), ACK (Ack number valid), PSH (Push data immediately), RST (Reset connection), SYN (Synchronize sequence numbers during handshake), FIN (Terminate connection).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Receive Window `rwnd`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Number of bytes receiver is willing to accept (Flow Control).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Header Breakdown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Base Header: 20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Max Options: 40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Total Header: 20 to 60 Bytes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Seq No: Byte-level tracking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Ack No: Cumulative next-expected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2.1.3.2 Connection Lifecycle: 3-Way Handshake &amp; 4-Way Teardown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M2.1.3 HANDSHAKES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3-Way Handshake (Establishment)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1 (Client -&gt; Server): SYN=1, ACK=0, Seq = client_isn (Requests connection)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2 (Server -&gt; Client): SYN=1, ACK=1, Seq = server_isn, Ack = client_isn + 1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3 (Client -&gt; Server): SYN=0, ACK=1, Seq = client_isn + 1, Ack = server_isn + 1 (May piggyback payload)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SYN Flood Defense: SYN Cookies avoid pre-allocating TCB state before 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4-Way Handshake (Termination)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1 (Client -&gt; Server): FIN=1, Seq = u (Client enters FIN_WAIT_1)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2 (Server -&gt; Client): ACK=1, Ack = u + 1 (Server enters CLOSE_WAIT; Client enters FIN_WAIT_2)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3 (Server -&gt; Client): FIN=1, Seq = w (Server enters LAST_ACK)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Step 4 (Client -&gt; Server): ACK=1, Ack = w + 1 (Client enters TIME_WAIT for 2MSL = 2 minutes)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