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TCP Flow &amp; Congestion Control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Sliding Window Flow Control, rwnd vs cwnd, Slow Start, AIMD, Fast Retransmit, Fast Recovery &amp; Tahoe vs Reno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2.1.4.1 Flow Control &amp; Sliding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M2.1.4 FLOW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Flow Control Goal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Prevents a fast sender from overflowing the receive buffer of a slow receiver.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Sliding Window Mechanism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advertises its available buffer space in the `Receive Window (rwnd)` header field: $rwnd = RcvBuffer - (LastByteRcvd - LastByteRead)$.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Sender Constraint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ensures unacknowledged inflight bytes never exceed $rwnd$: $LastByteSent - LastByteAcked \le rwnd$.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Zero-Window Probing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When $rwnd = 0$, sender pauses data but periodically sends 1-byte probe segments to trigger receiver window update advertisements.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Silly Window Syndrome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sends tiny packets (1 byte payload + 40B header) or receiver advertises tiny buffer. Solved by Nagle's Algorithm (sender buffering) and Clark's Solution (receiver delays advertising until MSS space free).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Flow Control Terms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rwnd: Receiver advertised window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Effective Win = min(cwnd, rwnd)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Nagle's: Buffers small packets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Clark's: Avoids advertising tiny rwnd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2.1.4.2 Congestion Control: Slow Start &amp; AIMD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M2.1.4 CONGESTION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Congestion Window (`cwnd`)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Dynamic limit on unacknowledged bytes maintained by sender based on perceived network congestion. Max unacked data $= \min(cwnd, rwnd)$.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Slow Start Phase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Begins with $cwnd = 1 \text{ MSS}$. cwnd increases by 1 MSS for every ACK received $\implies$ cwnd DOUBLES every Round Trip Time (RTT) [Exponential Growth]. Continues until $cwnd \ge ssthresh$ (slow start threshold).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Congestion Avoidance (AIMD)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Additive Increase: $cwnd$ increases by 1 MSS per RTT (linear growth) to probe for bandwidth safely.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Multiplicative Decrease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On congestion detection, sender throttles transmission rate aggressively by halving the threshold: $ssthresh = cwnd / 2$.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Congestion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Slow Start: cwnd *= 2 per RTT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Congestion Avoidance: cwnd += 1 MSS/RTT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Threshold on Loss: ssthresh = cwnd /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2.1.4.3 Loss Recovery: TCP Tahoe vs TCP Reno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M2.1.4 TAHOE VS RENO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TCP Tahoe (Legacy)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Timeout Loss: ssthresh = cwnd / 2; cwnd = 1 MSS; Enters Slow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 Duplicate ACKs: ssthresh = cwnd / 2; cwnd = 1 MSS; Enters Slow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Retransmit: Retransmits lost packet immediately upon 3rd duplicate ACK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Recovery: NOT supported (always drops cwnd to 1 MSS)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TCP Reno (Modern Standard)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Timeout Loss: ssthresh = cwnd / 2; cwnd = 1 MSS; Enters Slow Start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3 Duplicate ACKs: ssthresh = cwnd / 2; cwnd = ssthresh + 3 MSS; Enters Fast Recovery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Retransmit: Retransmits lost segment without waiting for retransmission timer expiry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Recovery: Avoids dropping to 1 MSS; increments cwnd on dup ACKs and returns to Congestion Avoidance upon new 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