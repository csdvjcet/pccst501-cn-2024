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TCP Flow &amp; Congestion Control Mechanisms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Sliding Window Flow Control, Silly Window Syndrome, Congestion Window (cwnd), Slow Start, AIMD, Fast Retransmit, TCP Tahoe vs Reno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2.1.4.1 Flow Control &amp; Silly Window Syndrome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 FLOW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Flow Control Goal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Matches the sender's transmission rate to the receiver's consumption rate to prevent receiver buffer overflow.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Receive Window (`rwnd`) Mechanics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Receiver advertises remaining buffer space via `rwnd` field in TCP header. Sender ensures: $\text{LastByteSent} - \text{LastByteAcked} \le \min(\text{cwnd}, \text{rwnd})$.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Zero-Window Probing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When receiver buffer is full (`rwnd = 0`), sender stops transmitting but periodically sends 1-byte probe segments to force receiver to return window update ACKs.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Silly Window Syndrome (SWS)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Occurs when data is transmitted in tiny chunks (1 byte payload + 40 bytes header = 97.5% overhead).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SWS Solutions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**Nagle's Algorithm (Sender-side)**: Send first small segment; buffer subsequent data until all previous data is ACKed or MSS is reached. 2. **Clark's Solution (Receiver-side)**: Receiver advertises `rwnd = 0` until buffer space is at least MSS or 50% buffer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Variables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rwnd: Receiver buffer limit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cwnd: Network congestion limit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Effective Win = min(cwnd, rwnd)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Nagle's: Buffers small writes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Clark's: Suppresses tiny rwnd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2.1.4.2 Congestion Control: TCP Tahoe vs TCP Reno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 TAHOE VS RENO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TCP Tahoe (Legacy)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Slow Start Phase: Begins with `cwnd = 1 MSS`. Increases `cwnd` exponentially: doubles every RTT (`cwnd += 1 MSS` per ACK received)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Congestion Avoidance: When `cwnd &gt;= ssthresh`, transitions to AIMD: increases `cwnd` linearly by 1 MSS per RTT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Loss Detection (Timeout or 3 Dup ACKs): 1. `ssthresh = cwnd / 2` \n 2. Drops `cwnd = 1 MSS` (always resets to slow start)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Performance: Severe throughput collapse upon any single packet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TCP Reno (Standard)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Slow Start &amp; Congestion Avoidance: Identical to Tahoe during normal growth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Timeout Loss: Severe congestion: `ssthresh = cwnd / 2`, `cwnd = 1 MSS` (resets to Slow Start)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3 Duplicate ACKs (Fast Retransmit): Mild congestion: Retransmits lost segment immediately without waiting for retransmission timer to expire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Fast Recovery Phase: Skips slow start! Sets `ssthresh = cwnd / 2`, sets `cwnd = ssthresh + 3 MSS`, continues linear AIMD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2.1.4.3 Worked KTU Numerical: TCP Congestion Window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TCP Reno connection has ssthresh = 16 MSS. Starting at RTT 1 with cwnd = 1 MSS in Slow Start: (a) Trace cwnd values up to RTT 8. (b) At RTT 8, three duplicate ACKs are received. Calculate new ssthresh and cwnd for RTT 9 and RTT 10 under Fast Recovery.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Slow Start: cwnd doubles every RTT until ssthresh is reached.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Congestion Avoidance (AIMD): cwnd increases by +1 MSS per RTT.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Fast Retransmit / Fast Recovery (3 Dup ACKs): ssthresh_new = cwnd / 2, cwnd_new = ssthresh_new.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RTT 1: cwnd = 1 MSS (Slow Start)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RTT 2: cwnd = 2 MSS | RTT 3: cwnd = 4 MSS | RTT 4: cwnd = 8 MSS | RTT 5: cwnd = 16 MSS (ssthresh reached)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RTT 6: cwnd = 17 MSS (AIMD Linear) | RTT 7: cwnd = 18 MSS | RTT 8: cwnd = 19 MSS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At RTT 8, 3 Dup ACKs occur: ssthresh_new = 19 / 2 = 9.5 -&gt; 9 MSS.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RTT 9: Under TCP Reno Fast Recovery, cwnd = 9 MSS. RTT 10: cwnd = 10 MSS (continues linear AIMD).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RTT 8: 19 MSS -&gt; Loss -&gt; RTT 9: cwnd = 9 MSS, ssthresh = 9 MSS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If loss was caused by Timeout instead of 3 Dup ACKs, cwnd would drop to 1 MSS.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TCP Flow &amp; Congestion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TCP Sliding Window flow control and how the receiver window `rwnd` prevents buffer overrun.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Silly Window Syndrome? Explain Nagle's algorithm and Clark's solution with examples.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TCP Tahoe and TCP Reno congestion control algorithms with a neat graph plotting `cwnd` versus Transmission RTTs.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Flow control is receiver-driven (`rwnd`); Congestion control is network-driven (`cwnd`).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Effective transmission window is the minimum of `cwnd` and `rwnd`.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Reno avoids slow start upon 3 duplicate ACKs via Fast Retransmit and Fast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