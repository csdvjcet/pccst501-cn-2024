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M2.1.5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Berkeley Socket API &amp; I/O Multiplexing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Socket System Call Lifecycle, TCP/UDP Client-Server Code Architecture, I/O Multiplexing with select() and poll()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2.1.5.1 TCP vs UDP Socket API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M2.1.5 SOCKET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TCP Socket Flow (Stream)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Sequence: `socket()` $\to$ `bind()` $\to$ `listen()` $\to$ `accept()` $\to$ `read()`/`write()`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Sequence: `socket()` $\to$ `connect()` $\to$ `write()`/`read()`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`listen(sockfd, backlog)`: Prepares socket for incoming connections with connection backlog queue limit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`accept()`: Blocks until connection arrives; returns NEW connected socket descriptor for 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UDP Socket Flow (Datagram)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Server Sequence: `socket()` $\to$ `bind()` $\to$ `recvfrom()` $\to$ `sendto()`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Client Sequence: `socket()` $\to$ `sendto()` $\to$ `recvfrom()` $\to$ `close()`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Connectionless: No `listen()`, `connect()`, or `accept()` required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`recvfrom()` / `sendto()`: Takes explicit destination `sockaddr_in` struct on every 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2.1.5.2 I/O Multiplexing: select() &amp; poll()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M2.1.5 IO MULTIPLEXING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Motivation for I/O Multiplexing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Allows a single-threaded server process to monitor multiple active file/socket descriptors simultaneously without blocking on any single socket or spawning thousands of threads.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`select()` System Call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`int select(int maxfdp1, fd_set *readfds, fd_set *writefds, fd_set *exceptfds, struct timeval *timeout)`.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`fd_set` Bitmask Operations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`FD_ZERO(&amp;set)`, `FD_SET(fd, &amp;set)`, `FD_CLR(fd, &amp;set)`, `FD_ISSET(fd, &amp;set)`. Limited by `FD_SETSIZE` (typically 1024 descriptors).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`poll()` System Call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`int poll(struct pollfd fds[], nfds_t nfds, int timeout)`. Uses array of structures with event bitmasks (`POLLIN`, `POLLOUT`, `POLLERR`). Eliminates `FD_SETSIZE` descriptor limits.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Event Notification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Both calls block until one or more monitored descriptors become ready for I/O reading/writing, waking the main event loop.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Key Takeaways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select(): Bitmasks, 1024 limit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poll(): Array of structs, unlimited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Non-blocking server architecture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Foundation of modern event loops (epoll/nginx/node)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