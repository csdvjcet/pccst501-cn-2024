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2 • M2.1.5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Berkeley Socket API &amp; I/O Multiplexing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Socket System Calls Lifecycle (TCP &amp; UDP), I/O Multiplexing with select() and poll(), fd_set Macros, Non-Blocking Sockets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2.1.5.1 Berkeley Socket API System Call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M2.1.5 SOCKET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Socket Abstraction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 socket is a kernel endpoint for network I/O represented as an integer file descriptor in Linux (`int sockfd`).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TCP Server Lifecycle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`socket(AF_INET, SOCK_STREAM, 0)` -&gt; Creates endpoint \n 2. `bind(sockfd, &amp;addr, sizeof)` -&gt; Associates socket with IP/Port \n 3. `listen(sockfd, backlog)` -&gt; Sets passive listening mode and backlog queue \n 4. `accept(sockfd, &amp;client_addr, &amp;len)` -&gt; Blocks until client connects, returns new connected descriptor \n 5. `read()` / `write()` or `recv()` / `send()` -&gt; Data exchange \n 6. `close(sockfd)` -&gt; Tears down connection.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TCP Client Lifecycle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`socket()` -&gt; 2. `connect(sockfd, &amp;server_addr, sizeof)` (initiates 3-way handshake) -&gt; 3. `write()` / `read()` -&gt; 4. `close()`.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UDP Sockets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Connectionless: Server calls `socket()` -&gt; `bind()` -&gt; `recvfrom()` -&gt; `sendto()`. Client calls `socket()` -&gt; `sendto()` -&gt; `recvfrom()` without `listen()` or `accept()`.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Key System Calls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socket(): Create fd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bind(): Bind IP &amp; Port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listen(): Passive queue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accept(): Return client fd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connect(): 3-way handshake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sendto()/recvfrom(): UDP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2.1.5.2 I/O Multiplexing: `select()` System 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M2.1.5 IO MULTIPLEXING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6217920" cy="4892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5943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100">
                <a:solidFill>
                  <a:srgbClr val="D97706"/>
                </a:solidFill>
              </a:defRPr>
            </a:pPr>
            <a:r>
              <a:t>// Linux Socket &amp; Protocol Implementation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#include &lt;sys/select.h&gt;</a:t>
            </a:r>
            <a:br/>
            <a:r>
              <a:t>int max_fd = listen_fd;</a:t>
            </a:r>
            <a:br/>
            <a:r>
              <a:t>fd_set read_fds;</a:t>
            </a:r>
            <a:br/>
            <a:br/>
            <a:r>
              <a:t>while (1) {</a:t>
            </a:r>
            <a:br/>
            <a:r>
              <a:t>    FD_ZERO(&amp;read_fds);</a:t>
            </a:r>
            <a:br/>
            <a:r>
              <a:t>    FD_SET(listen_fd, &amp;read_fds);</a:t>
            </a:r>
            <a:br/>
            <a:r>
              <a:t>    // Add active client descriptors</a:t>
            </a:r>
            <a:br/>
            <a:r>
              <a:t>    for (int i = 0; i &lt; max_clients; i++) {</a:t>
            </a:r>
            <a:br/>
            <a:r>
              <a:t>        if (client_fds[i] &gt; 0) FD_SET(client_fds[i], &amp;read_fds);</a:t>
            </a:r>
            <a:br/>
            <a:r>
              <a:t>        if (client_fds[i] &gt; max_fd) max_fd = client_fds[i];</a:t>
            </a:r>
            <a:br/>
            <a:r>
              <a:t>    }</a:t>
            </a:r>
            <a:br/>
            <a:r>
              <a:t>    // Block until at least one descriptor is ready for read</a:t>
            </a:r>
            <a:br/>
            <a:r>
              <a:t>    int activity = select(max_fd + 1, &amp;read_fds, NULL, NULL, NULL);</a:t>
            </a:r>
            <a:br/>
            <a:r>
              <a:t>    if (FD_ISSET(listen_fd, &amp;read_fds)) {</a:t>
            </a:r>
            <a:br/>
            <a:r>
              <a:t>        int new_fd = accept(listen_fd, ...);</a:t>
            </a:r>
            <a:br/>
            <a:r>
              <a:t>        // Add new_fd to client list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234440"/>
            <a:ext cx="438912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137160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F1E4A"/>
                </a:solidFill>
              </a:defRPr>
            </a:pPr>
            <a:r>
              <a:t>⚙️ System Call &amp; Execution Workflow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Why I/O Multiplexing?: Allows a single-threaded server process to monitor multiple socket descriptors simultaneously without blocking on any single slow client.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`fd_set` Bitmask Macros: `FD_ZERO(&amp;set)` clears mask, `FD_SET(fd, &amp;set)` adds fd, `FD_CLR(fd, &amp;set)` removes fd, `FD_ISSET(fd, &amp;set)` tests readiness.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`select()` Parameters: `int select(int nfds, fd_set *readfds, fd_set *writefds, fd_set *exceptfds, struct timeval *timeout)`. `nfds` is `max_fd + 1`.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`poll()` vs `select()`: `poll()` uses array of `struct pollfd` (no `FD_SETSIZE` 1024 descriptor limit and separate input/output events).</a:t>
            </a:r>
          </a:p>
          <a:p>
            <a:pPr>
              <a:defRPr b="1" sz="1150">
                <a:solidFill>
                  <a:srgbClr val="0E7490"/>
                </a:solidFill>
              </a:defRPr>
            </a:pPr>
            <a:r>
              <a:t>💡 Hands-on Insight: Single-threaded I/O multiplexing handles hundreds of concurrent connections with minimal memory overhead compared to multi-threading.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Socket API &amp; select()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Write the sequence of Berkeley socket system calls executed on both server and client for TCP connection establishment and data transfer.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working of I/O multiplexing using the `select()` system call with code structure and `fd_set` macros.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Differentiate between blocking, non-blocking, and I/O multiplexed socket architectures. (6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`listen()` creates a passive socket queue; `accept()` extracts the next connection from the queue.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`select()` monitors multiple file descriptors simultaneously, unblocking as soon as any fd is ready.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`poll()` and `epoll()` overcome the 1024 file descriptor limitation of traditional `select()`.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