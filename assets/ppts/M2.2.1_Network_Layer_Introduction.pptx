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Layer Architecture &amp; Router Design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Plane (Forwarding) vs Control Plane (Routing), Datagram Networks vs Virtual Circuits, Router Fabrics &amp; Buffer Queuing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2.2.1.1 Network Layer: Data Plane vs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Core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Achieving end-to-end host-to-host packet delivery across multiple heterogeneous intermediate networks.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Plane (Forwarding)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Local, per-router action. Takes a packet arriving on an input link interface and moves it to the appropriate output link interface in nanoseconds. Implemented in high-speed hardware ASIC/TCAM.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Control Plane (Routing)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Network-wide logic. Determines the end-to-end global path that packets take from source to destination. Implemented in software routing algorithms (OSPF, RIP, BGP) or centralized SDN controllers.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Service Models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Internet uses Best-Effort Service Model: no guarantees on delivery, delay, bandwidth, or ordering. Simplicity in the network core pushed intelligence to end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Plane Separation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 Plane: Local forwarding (ASIC/Hardware)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Control Plane: Global routing (Software/OSPF)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Nanosecond speed in Data Plane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Millisecond speed in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2.2.1.2 Network Models: Datagram vs Virtual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DATAGRAM VS 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Datagram Networks (Internet 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No connection setup phase; packets injected immediately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full global 32-bit/128-bit Source and Destination IP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Each packet routed independently; successive packets may follow different paths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Stateless routers; failure of a link triggers automatic rerouting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Pushed to network edge end hosts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Virtual Circuit Networks (ATM / Frame Relay)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Mandatory end-to-end signaling setup before data transfer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small local Virtual Circuit Identifier (VCI)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All packets in a connection follow the exact same fixed virtual path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Routers maintain per-connection state tables; link failure drops VC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Heavy complexity in network core switches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the Data Plane and Control Plane of the Network Layer.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Datagram networks and Virtual Circuit networks with respect to connection setup, addressing, and router state.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internal architecture of a modern high-speed router (Input Ports, Switching Fabric, Output Ports).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Forwarding is local and hardware-based; Routing is global and software-based.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Internet uses datagram packet switching with stateless routers for maximum resilience.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Crossbar switching fabrics eliminate internal shared bus contention in high-speed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