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2 • M2.2.1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Network Layer Architecture &amp; Delivery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Host-to-Host Packet Delivery, Data Plane vs Control Plane, Forwarding vs Routing, Service Models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2.2.1.1 Network Layer Core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M2.2.1 FORWARDING VS ROUTING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F1E4A"/>
                </a:solidFill>
              </a:defRPr>
            </a:pPr>
            <a:r>
              <a:t>Data Plane: Forwarding (Local)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Definition: Router's local action of transferring arriving packet from input port to correct output port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Timescale: Hardware nanoseconds / microseconds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Mechanism: Forwarding Table lookup using packet destination IP prefix matching (Longest Prefix Match)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Implementation: ASIC hardware / TCAM (Ternary Content Addressable Memory)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212080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1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Control Plane: Routing (Network-Wide)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Definition: Network-wide logic determining end-to-end path taken by packets from source to destination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Timescale: Software milliseconds / seconds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Mechanism: Routing algorithms (OSPF, RIP, BGP) computing forwarding table entries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Approaches: Traditional distributed per-router control vs Software Defined Networking (SDN)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2.2.1.2 Network Layer Service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M2.2.1 SERVICE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Internet Service Model: Best-Effort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The IP network layer makes no guarantees on packet delivery, no throughput guarantees, no delay bounds, and no in-order delivery assurance.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Why Best-Effort?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Simple, highly robust core network design. Intelligence and complexity (reliability, congestion control) pushed to the network edge (hosts/transport layer).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Datagram Networks (Internet)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Connectionless packet forwarding. Each packet carries destination IP address and is routed independently. Stateless routers.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Virtual Circuit Networks (ATM/X.25)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Connection-oriented network layer. Requires call setup, per-connection virtual circuit identifiers (VCIs), and stateful switches.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Core Summary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Forwarding: Hardware packet switching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Routing: Path computation algorithms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IP Model: Best-effort datagrams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End-to-End Principle: Smart edge, simple 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