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IPv4 Addressing, Subnetting, CIDR &amp; NAT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IPv4 20-60 Byte Header, Fragmentation &amp; Reassembly, Classless Addressing (CIDR), Subnet Design, NAT/PAT, ICMP Protocol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2.2.2.1 IPv4 Header Format &amp;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IPV4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IPv4 Header Structure (20 to 60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Version (4b: 4) | IHL (4b: Header length in 32-bit words, min 5 = 20B) | DSCP/ECN (8b: QoS) | Total Length (16b: Header + Payload, max 65535B) \n Identification (16b) | Flags (3b: Reserved, DF, MF) | Fragment Offset (13b: measured in 8-byte units) \n TTL (8b: Time-to-Live, decremented per hop) | Protocol (8b: ICMP=1, TCP=6, UDP=17) | Header Checksum (16b) \n Source IP (32b) \n Destination IP (32b) \n Options (0-40B).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Fragmentation Fields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**Identification**: Identifies fragments belonging to same original datagram. **DF (Don't Fragment)**: If set to 1, router drops packet if larger than MTU. **MF (More Fragments)**: 1 for all fragments except the final one (0). **Fragment Offset**: Byte offset divided by 8.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Reassembly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Occurs strictly at the final destination host before delivering to the transport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Header Fields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IHL: Header words (x4 bytes)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Total Length: Max 65,535 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TTL: Prevents routing loops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Protocol: 6=TCP, 17=UDP, 1=ICMP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Offset unit = 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2.2.2.2 Worked KTU Numerical: IPv4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FRAGMENTATION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An IPv4 datagram with Total Length = 4000 bytes (20-byte IP header + 3980 bytes payload) arrives at a router whose outgoing link has Maximum Transmission Unit MTU = 1500 bytes. Calculate the Total Length, Payload Length, MF flag, and Fragment Offset for all resulting fragments.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MTU = 1500 bytes (Max payload per fragment = 1500 - 20 = 1480 bytes).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1480 is divisible by 8 (1480 / 8 = 185) -&gt; Valid maximum payload per fragment.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Total payload to fragment = 3980 bytes.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Fragment Offset = Total previous payload bytes divided by 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Frag 1: Header = 20 B, Payload = 1480 B, Total Length = 1500 B, MF = 1, Offset = 0 / 8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Frag 2: Header = 20 B, Payload = 1480 B, Total Length = 1500 B, MF = 1, Offset = 1480 / 8 = 185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Remaining payload = 3980 - 1480 - 1480 = 1020 B.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Frag 3: Header = 20 B, Payload = 1020 B, Total Length = 1040 B, MF = 0 (last fragment!), Offset = 2960 / 8 = 370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Frag 1: Len 1500, MF=1, Off=0 | Frag 2: Len 1500, MF=1, Off=185 | Frag 3: Len 1040, MF=0, Off=370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Always verify that Fragment Offset values are integer multiples of 8 bytes!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2.2.2.3 Worked KTU Numerical: CIDR Subnetting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SUBNETTING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An organization is allocated the block `200.50.16.0/24`. Design 4 equal-sized subnets. For each subnet, specify: (a) Subnet Mask, (b) Network Address, (c) Usable Host Range, (d) Direct Broadcast Address, (e) Maximum usable hosts.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Given /24 network: 8 host bits (256 addresses).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 create 4 subnets: Need 2 subnet bits (2^2 = 4). New prefix = /24 + 2 = /26.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Block size per subnet = 256 / 4 = 64 addresses.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Usable hosts per subnet = 2^(32 - 26) - 2 = 64 - 2 = 62 hosts.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Subnet Mask: 255.255.255.192 (/26)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Subnet 1: Net = 200.50.16.0/26 | Hosts = 200.50.16.1 to 200.50.16.62 | Broadcast = 200.50.16.63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Subnet 2: Net = 200.50.16.64/26 | Hosts = 200.50.16.65 to 200.50.16.126 | Broadcast = 200.50.16.127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Subnet 3: Net = 200.50.16.128/26 | Hosts = 200.50.16.129 to 200.50.16.190 | Broadcast = 200.50.16.191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Subnet 4: Net = 200.50.16.192/26 | Hosts = 200.50.16.193 to 200.50.16.254 | Broadcast = 200.50.16.255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4 Subnets of /26 mask (255.255.255.192), each accommodating 62 usable hosts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First address is Network ID; Last address is Directed Broadcast; both cannot be assigned to hosts.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IPv4, CIDR &amp;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complete IPv4 header format and explain all fields with numerical significance.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Network Address Translation (NAT) and Port Address Translation (PAT) with translation table examples.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ICMP? Explain its role in error reporting (Destination Unreachable, Time Exceeded) and diagnostic tools (`ping`, `traceroute`).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IPv4 fragmentation uses ID, Flags (DF, MF), and Offset in 8-byte blocks.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CIDR replaces classful boundaries with arbitrary prefix lengths (/N) and Longest Prefix Matching.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NAT allows private IP subnets (RFC 1918) to share a single public IP using port mapping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