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2 • M2.2.2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Network Layer Protocols: IPv4 &amp; Subnetting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IPv4 Header Format, Subnetting, CIDR Notation, VLSM, ARP, ICMP, DHCP &amp; NAT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2.2.2.1 IPv4 Datagram Header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M2.2.2 IPV4 HEADER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Base Header Length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20 to 60 bytes (minimum 20 bytes when options are absent).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Version (4b) &amp; IHL (4b)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Version 4; Internet Header Length (IHL) in 32-bit words (e.g. 5 = 20 bytes).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Type of Service / DiffServ (8b)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QoS classification and Explicit Congestion Notification (ECN).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Total Length (16b)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Total length of datagram in bytes (Header + Payload). Max 65,535 bytes.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Fragmentation Fields (32b)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Identification (16b: groups fragments), Flags (3b: Reserved, DF = Don't Fragment, MF = More Fragments), Fragment Offset (13b: measured in 8-byte units).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Time to Live (TTL - 8b)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Decremented by 1 at each router hop to prevent infinite routing loops. Dropped when TTL = 0 (triggers ICMP Time Exceeded).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Protocol (8b) &amp; Checksum (16b)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Protocol number: `6` for TCP, `17` for UDP, `1` for ICMP. Checksum verified over header only.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IPv4 Key Fields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Base Header: 20 Bytes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TTL: Loop prevention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Protocol 6: TCP | 17: UDP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Offset: Measured in 8-byte blocks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DF=1: Drop if MTU exceeded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2.2.2.2 Subnetting, CIDR &amp; VLSM Formulas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M2.2.2 SUBNETTING &amp; CIDR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Classless Inter-Domain Routing (CIDR)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Replaced Class A, B, C addressing. Format: `a.b.c.d/x`, where `/x` is the prefix length (network bits) and `32 - x` are host bits.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Subnet Mask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32-bit value with `/x` contiguous 1s followed by `32 - x` zeros (e.g. `/24` = `255.255.255.0`).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Number of Usable Hosts Formula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Total hosts in subnet $= 2^{(32 - x)} - 2$ (Subtract 2 because all host bits 0 = Network Address, all host bits 1 = Directed Broadcast Address).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Subnet Splitting Formula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Borrowing $k$ bits from host portion creates $2^k$ new subnets, each with prefix length $x + k$.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Variable Length Subnet Masking (VLSM)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Allows dividing an IP block into subnets of different sizes matching exact department host requirements, eliminating address wastage.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Subnet Formulas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Host Bits: h = 32 - prefix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Usable Hosts = 2^h - 2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New Subnets = 2^(borrowed bits)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Network Addr: Host bits = 0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Broadcast Addr: Host bits =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2.2.2.3 Auxiliary Network Layer Protocols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M2.2.2 AUXILIARY PROTOCOLS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Control &amp; Management Protocols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ARP (Address Resolution Protocol): Dynamically resolves 32-bit IP address to 48-bit MAC address using broadcast requests and unicast replies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ICMP (Internet Control Message Protocol): Used for error reporting (Destination Unreachable, TTL Expired) and network diagnostics (`ping` Echo, `traceroute`)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DHCP (Dynamic Host Configuration): DORA process (Discover, Offer, Request, ACK) dynamically leases IP, mask, default gateway, and DNS servers to booting hosts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Address Extension Protocols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NAT (Network Address Translation): Maps multiple private RFC 1918 IPs (`10.0.0.0/8`, `172.16.0.0/12`, `192.168.0.0/16`) to a single public IP using port multiplexing (NAPT/PAT)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NAT Translation Table: Maintains `(Private IP, Private Port) &lt;-&gt; (Public IP, NAT Assigned Port)` mappings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