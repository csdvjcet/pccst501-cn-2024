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Unicast Routing Protocols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Distance Vector (Bellman-Ford, RIP, Count-to-Infinity), Link State (Dijkstra, OSPF) &amp; Path Vector (BGP)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2.2.3.1 Distance Vector vs Link State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ROUTING PARADIGMS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Distance Vector (Bellman-Ford / RIP)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Information Shared: Vector of least-cost distances to all destinations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Shared With: Only directly connected physical neighbors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Exchange Timing: Periodically (e.g. RIP every 30s) and on trigger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Convergence: Slow convergence; susceptible to routing loops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Algorithm: Bellman-Ford Equation: $D_x(y) = \min_v \{ c(x,v) + D_v(y) \}$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Link State (Dijkstra / OSPF)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Information Shared: Status and cost of directly connected links (LSAs)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Shared With: Flooded to ALL routers in entire network / area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Exchange Timing: Only when link state changes (event-driven)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Convergence: Rapid convergence; loop-free topology knowledge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Algorithm: Dijkstra's Shortest Path Tree computation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2.2.3.2 Count-to-Infinity &amp; Distance Vector Remedies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DV REMEDIES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Count-to-Infinity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a link fails, two routers can create a routing loop by continually updating each other with incrementing hop counts (e.g., $A \to B \to A \to \dots$).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1: Define Infinity as 16 (RIP)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Routing Information Protocol sets maximum hop metric to 15. A hop count of 16 means 'Unreachable', stopping infinite looping.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2: Split Horizon Rule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router does NOT advertise a route back out the same interface through which it learned that route.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3: Poison Reverse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If router A routes traffic to destination X through neighbor B, router A advertises route to X back to B with metric = $\infty$ (16), preventing B from ever routing back to A.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4: Triggered Updates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Routers send update messages immediately upon detecting a link failure rather than waiting for regular 30s timer.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RIP Protocol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Algorithm: Distance Vector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Metric: Hop count (Max 15)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Port: UDP 520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Periodic Timer: 30 seconds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Split Horizon + Poison Reverse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2.2.3.3 OSPF &amp; BGP Internet Routing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OSPF &amp; BGP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Open Shortest Path First (OSPF)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Interior Gateway Protocol (IGP) based on Link State. Directly encapsulates in IP (Protocol 89). Supports authentication, equal-cost multi-path (ECMP), and Hierarchical Areas.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OSPF Area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Backbone Area (Area 0) connects non-backbone areas. Area Border Routers (ABRs) summarize routing between areas, limiting LSA flooding scale.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Border Gateway Protocol (BGP-4)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de-facto standard Inter-Autonomous System (Inter-AS / EGP) routing protocol connecting global ISPs over TCP (Port 179).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Path Vector Routing in BGP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BGP advertisements include full `AS-PATH` attribute (list of Autonomous System numbers traversed). Prevents loops by discarding routes containing router's own AS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Routing Matrix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RIP: Distance Vector (Hops &lt; 16)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OSPF: Link State (Cost/Bandwidth)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BGP: Path Vector (AS-PATH, Policy)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Intra-AS: OSPF, RIP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Inter-AS: BGP-4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