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Unicast Routing Protocols &amp; Algorithms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Link-State Routing &amp; Dijkstra's Algorithm, Distance-Vector &amp; Bellman-Ford, Count-to-Infinity, RIP, OSPF &amp; BGP-4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2.2.3.1 Link-State (LS) vs Distance-Vector (DV)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LS VS DV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Link-State (LS) Routing (e.g., OSPF)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Global Topology Knowledge: Every router floods link-state advertisements (LSAs); all nodes possess full network topology graph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Dijkstra's Shortest Path Algorithm run locally on each router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Ultra-fast convergence; zero routing loops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Overhead: $O(N \cdot E)$ messages flooded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$O(V^2)$ or $O(E \log V)$ computation per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Distance-Vector (DV) Routing (e.g., RIP)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Local Knowledge Only: Routers only know cost to immediate direct neighbors; exchange vectors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Distributed Bellman-Ford equation: $d_x(y) = \min_v \{c(x,v) + d_v(y)\}$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Slow convergence; susceptible to Count-to-Infinity problem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Mitigation: Split Horizon and Poisoned Reverse rules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Simplicity: Lightweight computation; suitable for small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2.2.3.2 Internet Routing Protocols: RIP vs OSPF vs BGP-4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PROTOCOL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RIP (Routing Information Protocol - RFC 2453)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Distance Vector protocol. Uses Hop Count metric (max 15 hops; 16 = infinity). Updates broadcast every 30s over UDP port 520.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OSPF (Open Shortest Path First - RFC 2328)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Link State protocol. Uses link cost based on inverse bandwidth. Hierarchical design with Area 0 (Backbone Area) and non-backbone areas. Runs directly over IP protocol 89. Supports authenticated LSA flooding and ECMP (Equal-Cost Multi-Path).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BGP-4 (Border Gateway Protocol - RFC 4271)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Inter-AS Path Vector protocol glueing the global Internet together. Operates over reliable TCP port 179. Advertises AS-PATH attributes to prevent loops and enforces policy-based business routing between Autonomous Systems (eBGP and iBGP).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Protocol Matrix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RIP: DV, Hop count (Max 15), UDP 520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OSPF: LS, Dijkstra, IP 89, Areas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BGP: Path Vector, AS-PATH, TCP 179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Intra-AS: RIP, OSPF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Inter-AS: BGP-4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Unicast Routing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Dijkstra's shortest path algorithm with a step-by-step table derivation for a 5-node network graph.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Count-to-Infinity problem in Distance Vector routing? Explain how Split Horizon and Poisoned Reverse mitigate it.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RIP, OSPF, and BGP-4 with respect to routing algorithm, metric, transport protocol, and scalability.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Dijkstra computes shortest path trees using complete topological knowledge.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Distance vector iterates Bellman-Ford equations among adjacent neighbors.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OSPF structures networks into areas with Area 0 backbone to scale within large enterprises.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BGP-4 implements policy routing and loop prevention across Autonomous Systems using AS-PATH.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