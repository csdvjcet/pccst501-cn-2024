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M2.2.4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Multicast Routing Protocols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Multicasting Fundamentals, IGMP Group Management, Source-Based Trees, Shared Trees, DVMRP, MOSPF &amp; PIM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2.2.4.1 Multicast Fundamentals &amp; IGMP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M2.2.4 MULTICAST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Multicast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One source sends data packets to multiple designated receivers belonging to a multicast group using a single Class D multicast address (`224.0.0.0/4`).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Internet Group Management Protocol (IGMP)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Operates between local hosts and their directly attached first-hop router. Enables hosts to join or leave multicast groups dynamically.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IGMP Message Types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Membership Query (router queries group members), Membership Report (host announces group join), Leave Group (host departs).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Source-Based Trees vs Group-Shared Trees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Source-Based: Builds a distinct shortest path tree rooted at each sender (e.g. DVMRP, MOSPF, PIM-DM). Shared Tree: All senders route traffic through a single central Rendezvous Point (RP) shared tree (e.g. PIM-SM).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Multicast Trees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Class D IPs: 224.0.0.0 - 239.255.255.255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IGMP: Host-to-Router signaling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Source Tree: Optimal delay per sender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Shared Tree: Less router memory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2.2.4.2 Multicast Routing Protocols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M2.2.4 MULTICAST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Dense-Mode Protocols (Flood &amp; Prune)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PIM-DM / DVMRP: Assumes multicast group members are densely distributed across almost every subnet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Reverse Path Forwarding (RPF): Accepts packet only if it arrives on interface used to reach the source IP; drops duplicates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Flood &amp; Prune: Floods initial traffic everywhere; routers with no active downstream members send 'Prune' messages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Grafting: Allows pruned branch to rejoin tree immediately when a new host joins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Sparse-Mode Protocols (Explicit Join)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PIM-SM: Assumes members are sparsely distributed across wide-area network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Rendezvous Point (RP): Core router where all sender sources register and receiver branches join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Explicit Join: Traffic only forwarded to subnets that explicitly sent IGMP/PIM Join messages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Scalability: Highly scalable for Internet-scale video broadcasting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