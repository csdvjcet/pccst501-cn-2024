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2 • M2.2.4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Multicast Routing Protocols &amp; IGMP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Multicast Addressing (Class D), IGMP Host-Router Membership, Source-Based Trees vs Group-Shared Trees, RPF, PIM-DM vs PIM-SM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2.2.4.1 Multicast Fundamentals &amp; IGMP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M2.2.4 MULTICAST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Multicast Concept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Delivering a single stream of datagrams from one or more sources to a specific group of interested receivers simultaneously without duplicate packet transmission on shared links.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Multicast Addressing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IPv4 Class D range `224.0.0.0` to `239.255.255.255`. Special groups: `224.0.0.1` (All systems on subnet), `224.0.0.2` (All routers).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IGMP (Internet Group Management Protocol - RFC 3376)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Operates locally between end hosts and their attached first-hop multicast router. Hosts send IGMP Membership Reports; router sends periodic Membership Queries.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Multicast Routing Trees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**Source-Based Tree (Shortest Path Tree)**: Builds a separate tree rooted at each sender source (used in DVMRP, PIM-DM). 2. **Group-Shared Tree (Core-Based Tree)**: All sources transmit to a shared Rendezvous Point (RP) / Core router (used in PIM-SM).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Reverse Path Forwarding (RPF)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Loop-prevention rule: Router accepts a multicast packet only if it arrived on the interface that is the shortest path back to the sender source.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Key Mechanisms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Class D: 224.0.0.0/4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IGMP: Local group membership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Source Tree: Optimal delay per source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Shared Tree: Minimal router state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RPF: Prevents multicast loops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2.2.4.2 PIM Protocols: Dense Mode (PIM-DM) vs Sparse Mode (PIM-SM)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M2.2.4 PIM DENSE VS SPARSE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PIM Dense Mode (PIM-DM / Flood &amp; Prune)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Assumed Environment: Receivers densely populated across almost every subnet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Tree Construction: Source-Based Shortest Path Trees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Mechanics: 1. **Flood**: Broadcasts multicast traffic everywhere \n 2. **Prune**: Routers with no interested members send Prune messages back upstream \n 3. **Graft**: New receivers send Graft to re-attach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Overhead: High periodic flooding overhead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PIM Sparse Mode (PIM-SM / Explicit Join)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Assumed Environment: Receivers sparsely distributed across wide area WAN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Tree Construction: Group-Shared Tree rooted at Rendezvous Point (RP)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Mechanics: 1. Receivers send explicit `IGMP Join` -&gt; Router sends `PIM Join` towards RP \n 2. Sources register with RP \n 3. Traffic flows down shared tree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Overhead: Zero flooding; highly scalable for enterprise IPTV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Multicast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role of IGMP in managing multicast group memberships on local subnets. (6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Source-Based Trees and Group-Shared Trees in multicast routing.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working of PIM-DM (Flood and Prune) versus PIM-SM (Rendezvous Point and Explicit Joins). (8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IGMP connects local hosts to their edge multicast router.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Source-based trees minimize latency per sender; Shared trees minimize router state.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RPF algorithm discards packets that do not arrive on the shortest return path to the source.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