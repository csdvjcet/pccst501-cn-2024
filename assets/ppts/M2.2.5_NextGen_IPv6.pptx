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Next Generation IP: IPv6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IPv6 128-Bit Addressing, 40-Byte Fixed Header, Extension Headers, IPv4 vs IPv6 Comparison, Transition Strategies (Dual Stack, Tunneling, NAT64)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2.2.5.1 IPv6 Addressing &amp; 40-Byte Fixed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M2.2.5 IPV6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Motivation for IPv6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Exhaustion of the 32-bit IPv4 address space ($2^{32} \approx 4.3 \times 10^9$ addresses). IPv6 provides $2^{128} \approx 3.4 \times 10^{38}$ unique addresses.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IPv6 Address Notation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8 groups of 4 hexadecimal digits separated by colons (e.g., `2001:0db8:85a3:0000:0000:8a2e:0370:7334`). Leading zeros omitted (`2001:db8:85a3::8a2e:370:7334`); `::` compresses consecutive zero blocks once.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40-Byte Fixed Header Format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Version (4b: 6) | Traffic Class (8b: QoS DSCP) | Flow Label (20b: identifies packet flow for non-default routing) \n Payload Length (16b: data + extension headers) | Next Header (8b: specifies upper layer or extension header) | Hop Limit (8b: decremented per hop, replaces TTL) \n Source IPv6 Address (128 bits / 16 bytes) \n Destination IPv6 Address (128 bits / 16 bytes).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Key Structural Improvements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 header checksum (speeds up router processing), no in-network fragmentation (handled via Path MTU Discovery by end hosts), fixed 40-byte base size.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Header Breakdown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Fixed Header: Exactly 40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Source IP: 128 bits (16 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Destination IP: 128 bits (16 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Hop Limit: Replaces TTL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Next Header: Chains extensions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Flow Label: 20-bit stream tagging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2.2.5.2 IPv4 vs IPv6 &amp; Transition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M2.2.5 IPV4 VS IPV6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IPv4 vs IPv6 Header Comparison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Address Size: IPv4: 32 bits (4 Bytes) vs IPv6: 128 bits (16 Bytes)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Header Length: IPv4: Variable 20-60B (IHL field) vs IPv6: Fixed 40 Bytes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Checksum: IPv4: 16-bit header checksum vs IPv6: Removed entirely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Fragmentation: IPv4: Routers fragment packets vs IPv6: End systems only (PMTUD)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Broadcast: IPv4: Broadcast supported vs IPv6: Replaced by Multicast &amp; Anycast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IPv4 to IPv6 Migration Mechanisms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Dual Stack: Nodes run both IPv4 and IPv6 protocol stacks simultaneously on all interfaces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Tunneling (6to4 / Teredo): IPv6 datagrams encapsulated as payload inside IPv4 packets across legacy IPv4 transit networks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Header Translation (NAT64/DNS64): Translates IPv6 packet headers directly to IPv4 headers for legacy server interoperation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IPv6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IPv6 fixed header format and explain all fields. How does it improve router forwarding performance over IPv4?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IPv4 and IPv6 across addressing, header structure, fragmentation, and error checking.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three transition mechanisms from IPv4 to IPv6: Dual Stack, Tunneling, and NAT64.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IPv6 fixed 40-byte header streamlines hardware ASIC forwarding.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Extension headers (Hop-by-Hop, Routing, Fragment, ESP, AH) are daisy-chained via `Next Header`.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Dual stack and encapsulation tunneling enable smooth evolutionary migration from IPv4.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