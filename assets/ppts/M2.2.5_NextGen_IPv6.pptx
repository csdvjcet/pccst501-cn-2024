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Next Generation Internet Protocol (IPv6)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128-Bit Addressing, Fixed 40-Byte Base Header, Extension Headers Chain, SLAAC Autoconfiguration &amp; Migration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2.2.5.1 IPv6 Header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M2.2.5 IPV6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128-Bit Address Space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$2^{128} \approx 3.4 \times 10^{38}$ unique addresses (represented as 8 groups of 4 hex digits: `2001:0db8:85a3:0000:0000:8a2e:0370:7334`).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Fixed 40-Byte Base Header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Fixed length streamlines router processing in hardware ASICs (compared to variable 20-60B IPv4 header).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Key Header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Version (4b: 6), Traffic Class (8b: QoS DiffServ), Flow Label (20b: maintains flow context), Payload Length (16b), Next Header (8b: identifies upper layer protocol or next extension header), Hop Limit (8b: replaces TTL), Source Address (128b), Destination Address (128b).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Eliminated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Header Checksum (eliminated to boost speed; left to L2/L4), IHL (fixed at 40B), and Fragmentation fields (moved to optional Extension Headers).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IPv6 vs IPv4 Header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Address: 128-bit vs 32-bit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Base Header: 40B fixed vs 20-60B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Checksum: None vs 16-bit Header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Fragmentation: Source only vs Routers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TTL -&gt; Hop Limit (8 bits)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2.2.5.2 Extension Headers, SLAAC &amp; IPv6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M2.2.5 SLAAC &amp; TRANSITION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Extension Headers Chain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Daisy-chained via `Next Header` field: Hop-by-Hop Options $\to$ Routing $\to$ Fragment $\to$ Encapsulating Security Payload (ESP) $\to$ Authentication Header (AH) $\to$ TCP/UDP.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Stateless Address Autoconfiguration (SLAAC)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Host generates unique IPv6 address automatically using local link prefix advertised by router + modified EUI-64 MAC address (or randomized interface ID). No DHCP server required.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Dual-Stack Transition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Nodes implement both full IPv4 and IPv6 protocol stacks simultaneously, allowing seamless communication across both networks.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Tunneling (6in4 / 6to4 / Teredo)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IPv6 packets encapsulated as payload inside IPv4 packets to traverse legacy IPv4 routing backbones.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NAT64 / DNS64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Translates IPv6-only client requests to communicate directly with legacy IPv4-only web servers.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Transition Strategies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Dual-Stack: Run IPv4 &amp; IPv6 together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Tunneling: Encapsulate IPv6 in IPv4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Translation: NAT64/DNS64 gateway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SLAAC: Zero-configuration 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