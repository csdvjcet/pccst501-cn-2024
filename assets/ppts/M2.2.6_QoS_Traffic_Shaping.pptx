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Quality of Service (QoS) &amp; Traffic Shaping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QoS Metrics (Delay, Jitter, Loss), Traffic Policing vs Shaping, Leaky Bucket vs Token Bucket, Scheduling (FIFO, WFQ), DiffServ vs IntServ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2.2.6.1 Traffic Shaping: Leaky Bucket vs Token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TRAFFIC SHAPING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Leaky Bucket Algorithm (Constant Output)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A bucket with a hole at the bottom; incoming packets buffer up to bucket capacity $C$ and leak out at a strictly constant rate $\rho$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Strictly constant, smooth output stream regardless of incoming burstiness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Eliminates bursts entirely; discards packets if bucket overflows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Constant Bit Rate (CBR) traffic like uncompressed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Token Bucket Algorithm (Burst-Tolerant)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Tokens generate at rate $r$ tokens/sec up to max token capacity $b$. A packet of size $m$ bytes consumes $m$ tokens to transmit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Allows short-term traffic bursts up to bucket size $b$ while enforcing average long-term rate $r$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Max burst transmission speed = link wire rate $R$ for duration $T = b / (R - r)$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Variable Bit Rate (VBR) video streaming and web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2.2.6.2 Worked KTU Numerical: Token Bucket Burst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TOKEN BUCKET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token bucket has token arrival rate r = 2 MB/sec and token bucket capacity b = 16 MB. The transmission link wire rate is R = 10 MB/sec. Calculate: (a) Maximum burst duration at wire rate R, (b) Maximum total data transmitted during this burst period.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Burst duration formula: T = b / (R - 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Where b = bucket size (MB), R = peak transmission rate (MB/s), r = token replenishment rate (MB/s).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data transmitted during burst: D = R * T = (b * R) / (R - 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b = 16 MB, R = 10 MB/s, r = 2 MB/s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T = 16 / (10 - 2) = 16 / 8 = 2.0 seconds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Total data transmitted = R * T = 10 MB/s * 2.0 s = 20 MB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Verification: Initial tokens (16 MB) + Newly generated tokens in 2s (2 MB/s * 2s = 4 MB) = 20 MB.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Max Burst Duration T = 2.0 seconds | Total Burst Data = 20 MB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After 2 seconds, the transmission rate drops strictly to the average token rate r = 2 MB/sec.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Quality of Service (QoS)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Traffic Policing and Traffic Shaping with neat diagrams.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Leaky Bucket and Token Bucket traffic shaping algorithms with equations and operating principles.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Differentiated Services (DiffServ) architecture: Packet Classification, DSCP marking, and Per-Hop Behaviors (EF &amp; AF).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Leaky bucket produces rigid constant output; Token bucket permits regulated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Weighted Fair Queuing (WFQ) guarantees minimum bandwidth shares to different service classes.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DiffServ scales across WANs by classifying packets at boundary routers and using 6-bit DSCP markings.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