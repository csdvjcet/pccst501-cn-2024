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2 • M2.2.6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Quality of Service (QoS) &amp; Traffic Shaping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QoS Principles, Traffic Shaping Algorithms: Leaky Bucket vs Token Bucket, Integrated Services &amp; Differentiated Services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2.2.6.1 Traffic Shaping: Leaky Bucket vs Token Bucket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M2.2.6 LEAKY VS TOKEN BUCKET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Leaky Bucket Algorithm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Mechanism: Packets enter bucket of capacity $C$; leak out bottom at constant fixed rate $r$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Output Rate: Strictly constant / smooth transmission rate; zero bursts allowed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Overflow: If arriving packet overflows bucket capacity, it is discarded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Best For: Strict traffic policing and real-time constant-bitrate audio (CBR)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Token Bucket Algorithm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Mechanism: Tokens generated at constant rate $r$ into bucket of capacity $b$. Packet sent only if enough tokens present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Output Rate: Allows controlled burst transmission up to bucket capacity $b$, with average rate $r$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Burst Duration: Max burst size $= b + r \times t$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Best For: Bursty Internet data traffic (Web, video streaming, database queries)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2.2.6.2 Architectural QoS Models: IntServ vs DiffServ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M2.2.6 INTSERV VS DIFFSERV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Integrated Services (IntServ / RFC 1633)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Per-flow hard QoS guarantees. End hosts use RSVP (Resource Reservation Protocol) to reserve bandwidth and buffer space along entire path prior to data transmission.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IntServ Scalability Problem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Requires every core router to maintain state for millions of individual flows $\implies$ unscalable for the global Internet backbone.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Differentiated Services (DiffServ / RFC 2475)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Class-based soft QoS. Edge routers classify and mark packets by writing a 6-bit DSCP (Differentiated Services Code Point) value in IP header.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Per-Hop Behaviors (PHB)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Core routers inspect DSCP and schedule packets according to class without maintaining per-flow state (Expedited Forwarding EF for VoIP, Assured Forwarding AF for video).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QoS Model Summary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IntServ: Per-flow, RSVP, stateful, unscalable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DiffServ: Class-based, DSCP, stateless core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Leaky Bucket: Constant output rate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Token Bucket: Allows controlled bursts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