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Kernel TCP/IP Stack &amp; Routing Implementation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Linux Network Packet Flow, sk_buff Data Structure, net_device, Forwarding Information Base (FIB), Route Cache, Linux iproute2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2.3.1 Linux Kernel Network Subsystem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KERNEL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`sk_buff` (Socket Buffer)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universal data structure representing network packets in Linux. Contains pointers: `head`, `data`, `tail`, `end`. Allows zero-copy header prepending/stripping across layers simply by moving the `data` pointer.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Ingress Flow (RX)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NIC receives frame -&gt; DMA transfer to Ring Buffer -&gt; Triggers Hard IRQ -&gt; NAPI poll scheduled (SoftIRQ `NET_RX_SOFTIRQ`) -&gt; `netif_receive_skb()` -&gt; L3 `ip_rcv()` -&gt; L4 `tcp_v4_rcv()` -&gt; Socket receive queue -&gt; `read()`.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Egress Flow (TX)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 calls `write()` -&gt; L4 `tcp_sendmsg()` creates `sk_buff` -&gt; L3 `ip_queue_xmit()` routes packet -&gt; L2 `dev_queue_xmit()` enqueues to `qdisc` -&gt; NIC DMA transmit -&gt; Hardware TX IRQ.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Forwarding Information Base (FIB)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core kernel routing table in Linux organized as a fast LC-trie (Level-Compressed Trie) supporting sub-microsecond Longest Prefix Matching.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Policy-Based Routing (PBR)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Linux supports multiple routing tables selected via `ip rule` based on source IP, TOS, fwmark, or incoming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Kernel Data Structures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sk_buff: Packet descriptor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net_device: Hardware NIC abstraction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FIB: Kernel routing table trie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qdisc: Traffic queuing discipline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NAPI: Interrupt mitigation polling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2.3.2 Hands-On: Linux Kernel Routing with `iproute2`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IPROUTE2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 Linux iproute2 Advanced Routing Commands</a:t>
            </a:r>
            <a:br/>
            <a:br/>
            <a:r>
              <a:t># 1. Inspect kernel routing table</a:t>
            </a:r>
            <a:br/>
            <a:r>
              <a:t>ip route show</a:t>
            </a:r>
            <a:br/>
            <a:br/>
            <a:r>
              <a:t># 2. Add static route via gateway</a:t>
            </a:r>
            <a:br/>
            <a:r>
              <a:t>ip route add 192.168.10.0/24 via 10.0.0.1 dev eth0</a:t>
            </a:r>
            <a:br/>
            <a:br/>
            <a:r>
              <a:t># 3. Create Policy-Based Routing (PBR) table</a:t>
            </a:r>
            <a:br/>
            <a:r>
              <a:t>echo "200 custom_table" &gt;&gt; /etc/iproute2/rt_tables</a:t>
            </a:r>
            <a:br/>
            <a:r>
              <a:t>ip rule add from 192.168.1.50 table custom_table</a:t>
            </a:r>
            <a:br/>
            <a:r>
              <a:t>ip route add default via 10.0.0.254 dev eth1 table custom_table</a:t>
            </a:r>
            <a:br/>
            <a:br/>
            <a:r>
              <a:t># 4. Flush and inspect route cache</a:t>
            </a:r>
            <a:br/>
            <a:r>
              <a:t>ip route flush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route` Suite: Replaces deprecated `route` and `ifconfig` tools with direct Netlink socket communication to kernel.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Custom Routing Tables: Linux supports up to 255 independent routing tables for multi-homing and ISP failover.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rule` Subsystem: Evaluates routing policy database (RPDB) rules sequentially to select appropriate routing table.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Route Cache Behavior: Historical kernels maintained route hash cache; modern kernels use ultra-fast lockless FIB trie lookups.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Kernel `sk_buff` zero-copy architecture allows Linux to process millions of packets per second per CPU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Kernel Routing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role of the `sk_buff` data structure in Linux packet processing.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path of an incoming packet from physical NIC reception to application socket delivery in the Linux kernel.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Demonstrate Policy-Based Routing (PBR) in Linux using `ip rule` and `ip route` commands.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`sk_buff` avoids costly memory copies across protocol layers using internal buffer pointers.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NAPI SoftIRQs prevent interrupt livelock during heavy packet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FIB LC-trie enables sub-microsecond Longest Prefix Matching across hundreds of thousands of BGP routes.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