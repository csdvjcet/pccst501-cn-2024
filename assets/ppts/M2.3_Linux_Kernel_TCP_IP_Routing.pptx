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2 • M2.3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Linux Kernel TCP/IP Architecture &amp; Routing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Linux Network Stack Internals, sk_buff Structure, Routing Table fib_table, Route Cache &amp; ip route Commands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2.3.1 Linux Kernel Network Stack &amp; sk_buff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M2.3 LINUX KERNEL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Linux Packet Journey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NIC RX Ring Buffer $\to$ DMA to RAM $\to$ Hard IRQ $\to$ NAPI SoftIRQ $\to$ `netif_receive_skb()` $\to$ IP Layer $\to$ Transport Layer $\to$ Socket Receive Queue.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Socket Buffer (`struct sk_buff`)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The central data structure in Linux kernel networking representing a network packet as it moves through layers.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Zero-Copy Pointer Manipulation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`sk_buff` contains `head`, `data`, `tail`, `end` pointers. Adding headers (encapsulation) simply shifts `data` pointer via `skb_push()`, avoiding expensive data copying in memory!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Netfilter Hook Framework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Kernel hooks (`NF_INET_PRE_ROUTING`, `NF_INET_LOCAL_IN`, `NF_INET_FORWARD`, `NF_INET_LOCAL_OUT`, `NF_INET_POST_ROUTING`) powering `iptables` / `nftables` firewalls and NAT.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sk_buff Functions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skb_push(): Prepend header space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skb_pull(): Strip header at receiver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skb_put(): Append payload data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skb_reserve(): Allocate head room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Zero memory copy overhead!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2.3.2 Linux Routing Table (fib_table) &amp; ip route CLI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M2.3 LINUX ROUTING COMMANDS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Forwarding Information Base (`fib_table`)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Linux kernel routing table storing network prefixes, metrics, scopes, and next-hop gateways organized in a LC-trie (Level-Compressed Trie) for sub-microsecond Longest Prefix Matching.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Viewing Routing Table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`ip route show` or `ip route list` displays main routing table entries.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Adding Static Route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`ip route add 192.168.10.0/24 via 10.0.0.1 dev eth0`.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Adding Default Gateway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`ip route add default via 192.168.1.1 dev eth0`.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Deleting Route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`ip route del 192.168.10.0/24`.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Policy Routing (`ip rule`)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Multiple routing tables selected by source IP, TOS, or firewall mark (e.g. `ip rule add from 192.168.2.0/24 table 100`).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Hands-on Commands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ip route show: View routes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ip route add &lt;net&gt; via &lt;gw&gt; dev &lt;if&gt;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ip route del &lt;net&gt;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ip rule list: Policy routing rules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All KTU CO2 &amp; CO3 Topics Covered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