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Data Link Layer Design &amp; Framing Techniques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Node-to-Node Link Services, Character Count, Byte Stuffing (Flag/ESC), Bit Stuffing (HDLC), Physical Coding Violations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3.1.1 Data Link Layer Design &amp; Link Abstraction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M3.1 FRAMING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Node-to-Node Service Mission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Responsible for transferring datagrams from one node (host, router, switch) to an adjacent node over an individual physical communication link.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Link Layer Responsibilities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**Framing**: Encapsulating L3 datagrams into L2 frames with header and trailer. 2. **Link Access**: MAC protocols coordinate shared medium access. 3. **Reliable Delivery**: Flow control and ARQ on error-prone wireless links. 4. **Error Detection &amp; Correction**: Parity, Checksum, CRC, Hamming codes.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Framing Methods Overview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Character Count, 2. Byte Stuffing (Character-oriented), 3. Bit Stuffing (Bit-oriented), 4. Physical Layer Coding Violations (e.g., Manchester invalid transitions).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Framing Taxonomy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Byte Count: Header count field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Byte Stuffing: Flag + ESC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Bit Stuffing: 5 consecutive 1s rule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Physical Violations: Line coding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FCS: CRC trailer at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3.1.2 Stuffing Techniques: Byte Stuffing vs Bit Stuffing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M3.1 STUFFING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Byte Stuffing (Character-Oriented Framing)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Delimiter: Frame begins and ends with dedicated Flag Byte `FLAG` (e.g., `0x7E` in PPP)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Escape Mechanism: If `FLAG` occurs inside payload data, sender inserts an Escape Byte `ESC` (`0x7D`) immediately before it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ESC in Data: If `ESC` itself appears in data, sender escapes it with another `ESC` (`ESC ESC`)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Receiver Action: Receiver strips any `ESC` byte and treats following byte as raw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Bit Stuffing (Bit-Oriented Framing / HDLC)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Delimiter Pattern: Frame delimited by 8-bit flag pattern `01111110` (`0x7E`) at start and end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Sender Rule: Whenever sender encounters **5 consecutive 1s** in data stream (`11111`), it automatically stuffs a **`0` bit** immediately after it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Receiver Rule: Whenever receiver detects 5 consecutive 1s: if 6th bit is `0`, it de-stuffs (discards) the `0`; if 6th bit is `1` and 7th is `0`, it recognizes `FLAG`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Advantage: Completely arbitrary payload length; zero character-set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Data Link Layer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four framing methods used in the Data Link Layer with neat diagrams.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Given the data bit stream `01101111110111110010`, show the transmitted bit sequence after bit stuffing in HDLC.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Bit stuffing inserts a 0 after five consecutive 1s to prevent false flag detection.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Byte stuffing uses escape characters (`ESC`) to preserve transparency in character protocols.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Framing enables receivers to reliably locate the start and end of frames in raw bit streams.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