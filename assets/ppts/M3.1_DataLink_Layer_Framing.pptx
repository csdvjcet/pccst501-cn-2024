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Data Link Layer &amp; Framing Techniques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Node-to-Node Delivery, Character Count, Byte Stuffing with Escape Characters &amp; Bit Stuffing with Flags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3.1.1 Data Link Layer Role &amp;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M3.1 FRAMING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Node-to-Node Delivery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Data Link Layer encapsulates Network Layer datagrams into hardware Frames and delivers them across a single physical link between adjacent nodes.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Framing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Dividing the raw bit stream from the Physical Layer into discrete, manageable data units (frames) with identifiable boundaries.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Character Count Method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header includes a field specifying total number of characters in the frame. Flaw: If a transmission error corrupts the count field, sender and receiver lose synchronization permanently!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Byte Stuffing (Character-Oriented)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delimited by special flag bytes (e.g. `FLAG` = `0x7E`). Whenever `FLAG` or `ESC` occurs in payload data, sender inserts an escape byte (`ESC` = `0x1B`) before it. Receiver removes `ESC`.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Bit Stuffing (Bit-Oriented - HDLC/PPP)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delimited by special flag pattern `01111110` (six consecutive 1s). Whenever sender detects FIVE consecutive 1s in payload, it automatically stuffs a '0' bit. Receiver strips the stuffed '0' after five 1s.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Bit Stuffing Rule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Flag: 01111110 (6 ones)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Sender: Stuffs '0' after 5 ones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Example Data: 01111110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Transmitted: 011111010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Receiver: Strips '0' after 5 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