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3 • M3.2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Data Link Control: Error Detection, Correction &amp; Flow Control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Hamming Distance, 2D Parity, Internet Checksum, CRC-32 Modulo-2 Division, Hamming (7,4) Code, Stop-and-Wait, Go-Back-N, Selective Repeat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3.2.1 Block Coding &amp; Hamming Distance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M3.2 ERROR CONTROL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Block Coding Principles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Dataword of $k$ bits encoded into Codeword of $n$ bits ($n &gt; k$) by appending $r = n - k$ redundant parity bits.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Hamming Distance $d(x,y)$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number of bit positions in which two codewords $x$ and $y$ differ (computed by taking XOR and counting number of 1s).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Minimum Hamming Distance ($d_{min}$)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smallest Hamming distance between any pair of valid codewords in the codebook.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Error Detection Capability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To detect up to $s$ bit errors: $d_{min} \ge s + 1$ (e.g., Simple Parity has $d_{min} = 2$, detects single-bit errors $s = 1$).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Error Correction Capability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To correct up to $t$ bit errors: $d_{min} \ge 2t + 1$ (e.g., Single-bit error correction $t = 1$ requires $d_{min} \ge 3$).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Hamming Distance Rules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Detect s errors: d_min &gt;= s + 1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Correct t errors: d_min &gt;= 2t + 1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Simple Parity: d_min = 2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Hamming (7,4): d_min = 3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 parity bits: 2^r &gt;= k + r + 1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3.2.2 Worked KTU Numerical: CRC Modulo-2 Polynomial Division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M3.2 CRC WORKED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4864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F1E4A"/>
                </a:solidFill>
              </a:defRPr>
            </a:pPr>
            <a:r>
              <a:t>📌 KTU Numerical Problem Statement</a:t>
            </a:r>
          </a:p>
          <a:p>
            <a:pPr>
              <a:spcAft>
                <a:spcPts val="1400"/>
              </a:spcAft>
              <a:defRPr sz="1250">
                <a:solidFill>
                  <a:srgbClr val="0F172A"/>
                </a:solidFill>
              </a:defRPr>
            </a:pPr>
            <a:r>
              <a:t>A data bit stream D = 10100100 is to be transmitted using CRC generator polynomial G(x) = x^4 + x^2 + 1 (binary generator G = 10101). (a) Determine the 4-bit CRC Checksum (Frame Check Sequence FCS), (b) What codeword is transmitted? (c) Show that receiver detects zero remainder in the absence of bit errors.</a:t>
            </a:r>
          </a:p>
          <a:p>
            <a:pPr>
              <a:spcAft>
                <a:spcPts val="600"/>
              </a:spcAft>
              <a:defRPr b="1" sz="1350">
                <a:solidFill>
                  <a:srgbClr val="0E7490"/>
                </a:solidFill>
              </a:defRPr>
            </a:pPr>
            <a:r>
              <a:t>📐 Governing Formulas &amp; Principles: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Generator G(x) = x^4 + x^2 + 1 -&gt; Degree r = 4 -&gt; Generator bit string G = 10101 (5 bits).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Step 1: Append r = 4 zeros to data D: D' = 10100100 0000 (12 bits).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Step 2: Perform Modulo-2 binary division (XOR operations) of D' by G.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Step 3: Remainder of division is the 4-bit CRC Checksum 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029200" cy="4892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47857"/>
                </a:solidFill>
              </a:defRPr>
            </a:pPr>
            <a:r>
              <a:t>📝 Step-by-Step Derivation &amp; 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1: Dividend: 101001000000 | Divisor: 10101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2: 10100 XOR 10101 -&gt; Remainder 00001; bring down bits -&gt; 0001100...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3: Continuing Modulo-2 XOR division yields 4-bit Remainder R = 1100.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4: Transmitted Codeword T = Data + CRC = 10100100 1100 (12 bits).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5: Receiver Divides T (101001001100) by G (10101) -&gt; Remainder = 0000 (Valid / No errors!).</a:t>
            </a:r>
          </a:p>
          <a:p>
            <a:pPr>
              <a:spcAft>
                <a:spcPts val="800"/>
              </a:spcAft>
              <a:defRPr b="1" sz="1300">
                <a:solidFill>
                  <a:srgbClr val="047857"/>
                </a:solidFill>
              </a:defRPr>
            </a:pPr>
            <a:r>
              <a:t>✅ FINAL ANSWER: CRC Checksum = 1100 | Transmitted Codeword = 101001001100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💡 Exam Tip: Modulo-2 addition and subtraction are both identical to bitwise XOR with zero carries/borrows.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3.2.3 Worked KTU Numerical: Hamming (7,4) Single-Bit Error Correction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M3.2 HAMMING CODE WORKED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4864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F1E4A"/>
                </a:solidFill>
              </a:defRPr>
            </a:pPr>
            <a:r>
              <a:t>📌 KTU Numerical Problem Statement</a:t>
            </a:r>
          </a:p>
          <a:p>
            <a:pPr>
              <a:spcAft>
                <a:spcPts val="1400"/>
              </a:spcAft>
              <a:defRPr sz="1250">
                <a:solidFill>
                  <a:srgbClr val="0F172A"/>
                </a:solidFill>
              </a:defRPr>
            </a:pPr>
            <a:r>
              <a:t>A 4-bit dataword D = 1011 (d4=1, d3=0, d2=1, d1=1) is encoded using Hamming (7,4) code with parity bits at positions 1, 2, 4. (a) Generate 7-bit codeword. (b) If received word is R = 1011011, calculate syndrome bits (s3, s2, s1) and locate the erroneous bit position.</a:t>
            </a:r>
          </a:p>
          <a:p>
            <a:pPr>
              <a:spcAft>
                <a:spcPts val="600"/>
              </a:spcAft>
              <a:defRPr b="1" sz="1350">
                <a:solidFill>
                  <a:srgbClr val="0E7490"/>
                </a:solidFill>
              </a:defRPr>
            </a:pPr>
            <a:r>
              <a:t>📐 Governing Formulas &amp; Principles: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Bit positions 1 to 7: p1 (pos 1), p2 (pos 2), d1 (pos 3), p4 (pos 4), d2 (pos 5), d3 (pos 6), d4 (pos 7).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p1 checks positions with bit 1 set (1, 3, 5, 7): p1 = d1 XOR d2 XOR d4.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p2 checks positions with bit 2 set (2, 3, 6, 7): p2 = d1 XOR d3 XOR d4.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p4 checks positions with bit 4 set (4, 5, 6, 7): p4 = d2 XOR d3 XOR d4.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Syndrome S = (s4 s2 s1) indicates decimal error bit position (0 = no error).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029200" cy="4892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47857"/>
                </a:solidFill>
              </a:defRPr>
            </a:pPr>
            <a:r>
              <a:t>📝 Step-by-Step Derivation &amp; 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1: p1 = 1 XOR 1 XOR 1 = 1 | p2 = 1 XOR 0 XOR 1 = 0 | p4 = 1 XOR 0 XOR 1 = 0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2: Generated Codeword: (p1, p2, d1, p4, d2, d3, d4) = (1, 0, 1, 0, 1, 0, 1) -&gt; 1010101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3: Received Word R = (r1..r7) = (1, 1, 0, 1, 1, 0, 1) (bit 2 corrupted!)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4: s1 = r1 XOR r3 XOR r5 XOR r7 = 1 XOR 0 XOR 1 XOR 1 = 1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5: s2 = r2 XOR r3 XOR r6 XOR r7 = 1 XOR 0 XOR 0 XOR 1 = 0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6: s4 = r4 XOR r5 XOR r6 XOR r7 = 1 XOR 1 XOR 0 XOR 1 = 1 -&gt; Syndrome = 101_2 = Pos 5 (d2 corrupted!)</a:t>
            </a:r>
          </a:p>
          <a:p>
            <a:pPr>
              <a:spcAft>
                <a:spcPts val="800"/>
              </a:spcAft>
              <a:defRPr b="1" sz="1300">
                <a:solidFill>
                  <a:srgbClr val="047857"/>
                </a:solidFill>
              </a:defRPr>
            </a:pPr>
            <a:r>
              <a:t>✅ FINAL ANSWER: Syndrome S = 101 (Binary 5) -&gt; Bit position 5 is inverted and corrected!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💡 Exam Tip: Hamming (7,4) code can correct any single-bit error and detect any double-bit error.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3.2.4 Sliding Window Flow Control: Stop-and-Wait vs GBN vs Selective Repeat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M3.2 ARQ PROTOCOLS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3832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Stop-and-Wait ARQ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Window Size: $W_s = 1$, $W_r = 1$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Sequence Bits: 1-bit ($m=1$, sequence numbers 0 and 1)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Efficiency: Extremely low on high-bandwidth-delay product links: $\eta = 1 / (1 + 2a)$ where $a = t_{prop} / t_{trans}$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Buffering: 1 frame buffer at sender and receiver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3832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Go-Back-N (GBN) ARQ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Window Size: $W_s = 2^m - 1$, $W_r = 1$ (Cumulative ACKs)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On Loss: Discards all subsequent out-of-order frames; retransmits entire window from lost frame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Sender Buffer: Buffers $W_s$ frames; receiver requires zero buffer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Efficiency: High efficiency unless error rate is severe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34440"/>
            <a:ext cx="33832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D97706"/>
                </a:solidFill>
              </a:defRPr>
            </a:pPr>
            <a:r>
              <a:t>Selective Repeat (SR) ARQ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Window Size: $W_s = 2^{m-1}$, $W_r = 2^{m-1}$ (Individual ACKs)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On Loss: Receiver buffers out-of-order frames; sender retransmits **only the lost frame**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Buffer Needs: Both sender and receiver maintain $2^{m-1}$ buffer queues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Efficiency: Optimal bandwidth utilization on noisy channels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Error Detection &amp; Flow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CRC error detection with a polynomial division example. Why is CRC implemented in hardware with LFSR shift registers?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Derive the maximum sender window size for Go-Back-N ($2^m - 1$) and Selective Repeat ($2^{m-1}$). Explain why exceeding these limits causes protocol failure.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Hamming (7,4) code with syndrome error correction calculation. (7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CRC detects all single-bit, double-bit, odd numbers of errors, and burst errors up to generator polynomial degree $r$.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Go-Back-N window is $2^m - 1$ to prevent receiver from mistaking duplicate frames for new ones.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Selective Repeat requires equal sender and receiver window sizes bounded at $2^{m-1}$.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