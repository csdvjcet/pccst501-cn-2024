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Multiple Access Control (MAC) Protocols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Random Access (Pure &amp; Slotted ALOHA, CSMA, CSMA/CD, CSMA/CA), Controlled Access (Polling, Token Ring), Channelization (CDMA)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3.3.1 Random Access: Pure ALOHA vs Slotted ALOHA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M3.3 ALOHA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Pure ALOHA (Norman Abramson, 1970)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Transmission Rule: Transmit continuous frame whenever data is ready without sensing channel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Vulnerable Period: $V_p = 2 \times T_{frame}$ (Collision occurs if any other node transmits within 2 frame times)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Throughput Formula: $S = G \cdot e^{-2G}$ where $G$ = traffic load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Maximum Efficiency: Maximum throughput $S_{max} = 1 / (2e) \approx 18.4\%$ at $G = 0.5$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Collisions: High collision rate due to uncoordinated overlapping frames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Slotted ALOHA (Roberts, 1972)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Transmission Rule: Time divided into discrete slots equal to $T_{frame}$. Nodes transmit strictly at slot boundaries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Vulnerable Period: $V_p = 1 \times T_{frame}$ (Halves vulnerability interval)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Throughput Formula: $S = G \cdot e^{-G}$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Maximum Efficiency: Maximum throughput $S_{max} = 1 / e \approx 36.8\%$ at $G = 1.0$ (Exactly doubles Pure ALOHA!)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Synchronization: Requires global slot synchronization across all nodes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3.3.2 CSMA/CD: Carrier Sense Multiple Access with Collision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M3.3 CSMA/CD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Carrier Sense (Listen Before Talk)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Node listens to channel before transmitting. 1-persistent: transmits immediately when idle; Non-persistent: waits random backoff if busy; p-persistent: transmits with probability $p$ when idle.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Collision Detection (Listen While Talk)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Node continuously monitors voltage/energy on wire while transmitting. If signal amplitude exceeds collision threshold, collision is detected immediately!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Jam Signal &amp; Abort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Upon detecting collision, node aborts transmission immediately and broadcasts a 32-48 bit **Jam Signal** to ensure all other nodes detect the collision.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Minimum Frame Size Constraint ($L_{min}$)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To ensure a sender does not finish transmitting before collision signal propagates back: $T_{frame} \ge 2 \times T_{prop} \implies \frac{L_{min}}{R} \ge 2 \cdot \frac{d}{s} \implies L_{min} = 2 \times T_{prop} \times R$.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Binary Exponential Backoff (BEB)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After $k$-th collision ($k \le 10$), node picks random wait slot $r \in \{0, 1, 2, \dots, 2^k - 1\}$ and waits $r \times 512$ bit times. Aborts after 16 consecutive collisions.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CSMA/CD Summary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1-persistent sense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Jam signal on collision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L_min = 2 * t_prop * 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Standard Ethernet L_min = 64 Bytes (512 bits)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Backoff range: [0, 2^k - 1]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3.3.3 Worked KTU Numerical: CSMA/CD Minimum Frame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M3.3 CSMA/CD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1 Gbps Ethernet LAN runs over a 1 km fiber link with propagation speed s = 2 * 10^8 m/s. Calculate the minimum frame size required for proper collision detection. If transmission rate is increased to 10 Gbps over the same link, what must the new minimum frame size be?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L_min = 2 * t_prop * R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t_prop = d / s = 1000 m / (2 * 10^8 m/s) = 5 * 10^-6 s = 5 microseconds.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Round-trip propagation time 2 * t_prop = 10 microseconds = 10^-5 seconds.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L_min = 2 * t_prop * R (bits).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For R = 1 Gbps = 10^9 bps: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L_min = 10^-5 s * 10^9 bps = 10,000 bits = 10,000 / 8 = 1250 Bytes.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For R = 10 Gbps = 10^10 bps: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L_min = 10^-5 s * 10^10 bps = 100,000 bits = 12,500 Bytes (12.5 KB).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Conclusion: At 10 Gbps, minimum frame size becomes unfeasibly large; hence 10 Gigabit Ethernet mandates full-duplex point-to-point links (disabling CSMA/CD entirely).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1 Gbps: L_min = 1250 Bytes | 10 Gbps: L_min = 12,500 Bytes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CSMA/CD is only applicable on half-duplex shared media; full-duplex switched Ethernet does not require CSMA/CD.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Multiple Access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Derive the maximum channel throughput for Pure ALOHA ($18.4\%$) and Slotted ALOHA ($36.8\%$) with vulnerable period diagrams.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CSMA/CD with the Binary Exponential Backoff (BEB) algorithm and minimum frame size derivation.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Code Division Multiple Access (CDMA) using orthogonal Walsh chip sequences with an encoding and decoding example.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Slotted ALOHA doubles Pure ALOHA efficiency by eliminating partial frame collisions.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Minimum frame size in CSMA/CD guarantees collision detection before transmission ends ($L_{min} = 2 \cdot t_{prop} \cdot R$).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CDMA allows simultaneous transmission over the same frequency band using orthogonal chip codes.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