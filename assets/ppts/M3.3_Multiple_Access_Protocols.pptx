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Multiple Access Protocols (MAC)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Random Access (ALOHA, CSMA/CD, CSMA/CA), Controlled Access (Polling, Token Ring) &amp; Channelization (CDMA)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3.3.1 Random Access: Pure ALOHA vs Slotted ALOHA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M3.3 ALOHA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Pure ALOHA (Abramson, 1970)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Transmission Rule: Nodes transmit frames immediately whenever data is ready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Vulnerable Period: $2 \times T_{frame}$ (collision if any other node transmits within $\pm T_{frame}$)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Throughput Equation: $S = G \cdot e^{-2G}$ (where $G$ is traffic load)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Maximum Throughput: $S_{max} = \frac{1}{2e} \approx 18.4\%$ (achieved at $G = 0.5$)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Slotted ALOHA (Roberts, 1972)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Transmission Rule: Time divided into synchronized slots ($T_{slot} = T_{frame}$). Nodes transmit only at slot boundary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Vulnerable Period: $1 \times T_{frame}$ (halved compared to Pure ALOHA)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Throughput Equation: $S = G \cdot e^{-G}$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Maximum Throughput: $S_{max} = \frac{1}{e} \approx 36.8\%$ (achieved at $G = 1.0$)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3.3.2 CSMA/CD (Carrier Sense Multiple Access with Collision Detection)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M3.3 CSMA/CD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Carrier Sensing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Listen Before Talk: Station senses channel before transmitting (1-persistent: transmits immediately when idle; Non-persistent: waits random delay if busy; p-persistent: transmits with probability $p$).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Collision Detection (Listen While Talk)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Station monitors signal energy while transmitting. If signal energy exceeds normal threshold, collision detected $\implies$ abort immediately and transmit a 32-bit Jam Signal.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Binary Exponential Backoff Algorithm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After $n$-th collision ($1 \le n \le 10$), choose random slot delay $k \in [0, 2^n - 1]$. Wait time $= k \times 51.2\,\mu\text{s}$. Abort if $n = 16$.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Minimum Frame Size Condition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must transmit for at least $2 \times T_{prop}$ to detect collisions before transmission finishes: $T_{trans} \ge 2 \times T_{prop} \implies L_{min} = 2 \times T_{prop} \times \text{Bandwidth}$ (64 Bytes in 10 Mbps Ethernet).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CSMA/CD Key Formulas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Backoff Range: k in [0, 2^n - 1]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Slot Time: 51.2 microseconds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Min Frame Length = 2 * d_prop * Rate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Standard Ethernet Min Frame = 64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Jam Signal: 32 to 48 bits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3.3.3 Channelization &amp; CDMA (Code Division Multiple Access)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M3.3 CHANNELIZATION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Channelization Principles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Shared bandwidth divided among stations: FDMA (Frequency bands), TDMA (Time slots), and CDMA (Orthogonal Codes).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CDMA Fundamentals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 stations transmit simultaneously across the entire frequency band. Signals are separated using orthogonal chip sequences.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Orthogonal Chip Sequences (Walsh Codes)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Each station is assigned an $N$-bit orthogonal chip code $C_i$ where $C_i \cdot C_j = 0$ (if $i \neq j$) and $C_i \cdot C_i = 1$.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CDMA Encoding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 send bit 1: transmit code $C_i$. To send bit 0: transmit inverse $-C_i$. If silent: transmit 0.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CDMA Decoding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Receiver multiplies composite incoming signal $S$ by desired station's code $C_i$: $S \cdot C_i = (d_1 C_1 + d_2 C_2 + \dots) \cdot C_i = d_i (C_i \cdot C_i) = d_i$. All other signals cancel to 0!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CDMA Properties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Inner Product: Ci * Cj = 0 (i != j)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Self Product: Ci * Ci = 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Immune to interference &amp; jamming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Used in 3G mobile networks &amp; GPS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