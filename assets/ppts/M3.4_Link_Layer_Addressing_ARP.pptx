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Link Layer Addressing &amp; Address Resolution Protocol (ARP)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48-Bit IEEE MAC Addresses, OUI Vendor Allocation, ARP Query &amp; Reply Protocol Mechanism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3.4.1 MAC Addressing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M3.4 MAC ADDRESSES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48-Bit Physical Address (6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Burned into the Network Interface Card (NIC) ROM. Represented as 12 hexadecimal digits: `00:1A:2B:3C:4D:5E`.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Organizationally Unique Identifier (OUI - First 24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by IEEE to the hardware manufacturer (e.g. Intel, Cisco, Apple).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NIC Serial Number (Last 24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Assigned uniquely by manufacturer to individual network interfaces.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Broadcast MAC Address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`FF:FF:FF:FF:FF:FF` (all 48 bits are 1s). Processed by every adapter on the local LAN broadcast domain.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Multicast MAC Address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Least Significant Bit of first byte is 1 (e.g. `01:00:5E:xx:xx:xx` for IPv4 multicast).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MAC Address Structure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First 3 Bytes (24b): OUI Vendor ID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Last 3 Bytes (24b): Device Serial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Unicast: 00:1A:2B:3C:4D:5E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Broadcast: FF:FF:FF:FF:FF:FF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Flat physical addressing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3.4.2 Address Resolution Protocol (ARP)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M3.4 ARP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Purpose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Dynamically translates a known 32-bit IP address into its corresponding 48-bit MAC address on the same local subnet.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Request (Broadcast)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broadcasts an Ethernet frame (`Dst MAC = FF:FF:FF:FF:FF:FF`) asking: 'Who has IP `192.168.1.5`? Tell `192.168.1.1`'.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Reply (Unicast)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host with target IP `192.168.1.5` responds with a unicast frame directly to sender's MAC containing its physical address.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ARP Cache Table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caches the `(IP, MAC, TTL)` mapping (typically for 20 minutes) to eliminate redundant broadcasts for future packets.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Gratuitous ARP &amp; Proxy ARP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Gratuitous ARP: Host announces its own IP/MAC on boot to detect IP address conflicts. Proxy ARP: Router responds on behalf of remote hosts.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ARP Protocol Flow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ARP Request -&gt; Broadcast (FF:..:FF)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Target Host -&gt; Unicast ARP Reply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Host stores in ARP Cache Table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Cache expires after TTL (20 min)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Gratuitous ARP: Detects IP conflicts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