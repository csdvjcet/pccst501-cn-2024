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M3.4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Link-Layer Addressing &amp; Address Resolution Protocol (ARP)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48-Bit MAC Addresses (EUI-48), ARP Request (Broadcast) &amp; ARP Reply (Unicast), ARP Cache &amp; Timeout, Proxy ARP, Subnet Crossing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3.4.1 MAC Addressing &amp; Address Resolution Protocol (ARP)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M3.4 ARP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MAC Hardware Address (48 bits / 6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Burned into NIC ROM (e.g., `1A:2B:3C:4D:5E:6F`). First 24 bits = OUI (Organizationally Unique Identifier assigned by IEEE); Last 24 bits = Vendor NIC serial number.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ARP Mission (RFC 826)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Dynamically resolves a known 32-bit IP address into its corresponding 48-bit MAC address on the local physical subnet.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ARP Message Flow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**ARP Request**: Host broadcasts frame (`FF:FF:FF:FF:FF:FF`) asking: 'Who owns IP 192.168.1.5? Send your MAC to 192.168.1.2'. \n 2. **ARP Reply**: Target host unicasts reply containing its physical MAC address directly to the sender. \n 3. **ARP Table**: Sender caches the mapping in its local ARP Cache table with a TTL timer (typically 20 minutes).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Proxy ARP &amp; Gratuitous ARP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**Proxy ARP**: Router responds to ARP request on behalf of a remote node. **Gratuitous ARP**: Host announces its own IP/MAC to detect duplicate IP conflicts and update switch MAC tables.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ARP Key Facts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ARP Request: L2 Broadcast (FF:..:FF)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ARP Reply: L2 Unicast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L2 Frame Type: 0x0806 (ARP)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ARP Cache: Dynamic IP-&gt;MAC table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Gratuitous ARP: IP conflict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3.4.2 Packet Forwarding Across Subnets (MAC &amp; IP Rewriting)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M3.4 SUBNET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Scenario: Host A (Subnet 1) sends packet to Host B (Subnet 2) via Router R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Source Host A creates L3 IP packet: `Src IP = IP_A`, `Dst IP = IP_B` (IP addresses remain constant throughout end-to-end path).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Hop 1 (Host A -&gt; Router R)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Host A inspects routing table; determines destination `IP_B` is outside local subnet. Encapsulates IP packet into L2 frame: `Src MAC = MAC_A`, `Dst MAC = MAC_Router_Interface_1` (uses ARP to find router MAC).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Router R Processing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Router decapsulates L2 frame, inspects L3 `Dst IP = IP_B`, consults FIB routing table, decrements TTL, recomputes IP checksum, and determines outgoing Interface 2.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Hop 2 (Router R -&gt; Host B)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Router encapsulates packet into a fresh L2 frame: `Src MAC = MAC_Router_Interface_2`, `Dst MAC = MAC_B` (via ARP on Subnet 2).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Core Takeaway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**IP addresses remain unchanged end-to-end; MAC addresses change at every single router hop!**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Hop-by-Hop Headers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Hop 1: Src MAC_A -&gt; Dst MAC_R1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Hop 2: Src MAC_R2 -&gt; Dst MAC_B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End-to-End: Src IP_A -&gt; Dst IP_B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L2 MAC rewritten per hop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L3 IP preserved end-to-end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MAC Addressing &amp; ARP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operation of Address Resolution Protocol (ARP) with request and reply frame structures.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Trace the step-by-step changes in Source/Destination IP and Source/Destination MAC addresses as a packet travels from Host A to Host B across an intermediate router. (8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ARP bridges Layer 3 IP addresses to Layer 2 physical MAC addresses.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ARP requests are L2 broadcasts (`FF:FF:FF:FF:FF:FF`); ARP replies are L2 unicasts.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L3 IP addresses identify end hosts; L2 MAC addresses identify next-hop network interfaces.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