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M3.5V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Virtual LANs (VLAN - IEEE 802.1Q)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Broadcast Domain Segmentation, IEEE 802.1Q Frame Tagging, Trunk Ports vs Access Ports &amp; Inter-VLAN Routing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3.5V.1 VLAN Motivation &amp; IEEE 802.1Q Tagging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M3.5V VLAN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VLAN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Logically segments a single physical switch infrastructure into multiple isolated broadcast domains, improving security, traffic management, and bandwidth efficiency.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Access Ports vs Trunk Ports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Access Ports: Connect to end devices (PCs, printers); belong to a single VLAN and carry standard untagged Ethernet frames. Trunk Ports: Connect switch-to-switch or switch-to-router; carry multiplexed traffic for multiple VLANs using 802.1Q tags.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IEEE 802.1Q Tag (4 Bytes)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Inserted between Source MAC and Type/Length fields of standard Ethernet frame.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Tag Fields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TPID (Tag Protocol ID: 16b = `0x8100`), Priority Code Point (PCP: 3b QoS), DEI (Drop Eligible: 1b), and VLAN ID (VID: 12 bits = 4094 possible VLANs).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802.1Q Tag Format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Tag Size: 4 Bytes (32 bits)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TPID: 0x8100 (16 bits)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Priority (PCP): 3 bits (802.1p)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VLAN ID: 12 bits (1 to 4094)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Trunking: Carries tagged traffic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3.5V.2 Inter-VLAN Routing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M3.5V INTER-VLAN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Need for Layer 3 Routing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Hosts in different VLANs cannot communicate at Layer 2 even if connected to the same physical switch. Communication requires a Layer 3 routing device.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Router-on-a-Stick (ROAS)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Single physical router interface connected to switch trunk port. Divided into logical sub-interfaces (e.g. `eth0.10`, `eth0.20`), each configured with the default gateway IP for its respective VLAN.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Layer 3 Switches (Multilayer Switching)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High-performance switch with built-in hardware ASIC IP routing. Switch Virtual Interfaces (SVIs: `interface vlan 10`) provide wirespeed line-rate Inter-VLAN forwarding without external router bottlenecks.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Inter-VLAN Methods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Legacy: Dedicated router port per VLAN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Router-on-a-Stick: 802.1Q sub-interfaces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Layer 3 Switch: SVI hardware routing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Separates broadcast, secures subnets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