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3 • M3.5V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Virtual Local Area Networks (VLANs - IEEE 802.1Q)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Broadcast Containment, Port-Based vs Tagged VLANs, IEEE 802.1Q 4-Byte Tag (VID 1-4094), Access vs Trunk Ports, Router-on-a-Stick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3.5V.1 VLAN Motivation &amp; IEEE 802.1Q Tagged Framing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M3.5V VLAN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VLAN Motivation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Physically co-located hosts can be partitioned into logical broadcast domains regardless of physical switch topology. Prevents broadcast storms, enhances security, and organizes departments logically (e.g., Faculty VLAN, Student VLAN, Lab VLAN).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Port-Based VLAN (Untagged)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Switch ports assigned static VLAN IDs. Traffic inside switch segregated by port group; frames on access links remain standard untagged Ethernet frames.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IEEE 802.1Q Tagged Frame (4 Bytes Inserted after Source MAC)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1. **TPID (Tag Protocol Identifier - 16 bits)**: Set to `0x8100` (identifies frame as 802.1Q tagged). \n 2. **PCP (Priority Code Point - 3 bits)**: IEEE 802.1p Quality of Service priority (0 to 7). \n 3. **DEI (Drop Eligible Indicator - 1 bit)**: Set to 1 if frame can be dropped during congestion. \n 4. **VID (VLAN Identifier - 12 bits)**: Uniquely identifies VLAN number (1 to 4094; 0 and 4095 reserved).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Access Port vs Trunk Port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**Access Port**: Connects end hosts; carries traffic for 1 untagged VLAN only. **Trunk Port**: Interconnects switches/routers; carries multiplexed tagged traffic for multiple VLANs simultaneously.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IEEE 802.1Q Tag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TPID: 0x8100 (16 bits)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PCP: 3 bits (QoS Priority)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DEI: 1 bit (Drop eligibility)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VID: 12 bits (4094 VLANs)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Trunking: Carries tagged frames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Access: Carries untagged frames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3.5V.2 Inter-VLAN Routing: Router-on-a-Stick vs Layer 3 Switch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M3.5V INTER-VLAN ROUTING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Why Inter-VLAN Routing?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By design, hosts on different VLANs cannot communicate at Layer 2 even if plugged into the same physical switch. Inter-VLAN routing requires Layer 3 packet forwarding.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Router-on-a-Stick (Legacy Approach)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A single physical Ethernet interface on an external router is connected to a switch Trunk port. The router interface is divided into logical **Sub-interfaces** (e.g., `eth0.10`, `eth0.20`), each configured with the default gateway IP and 802.1Q encapsulation for its respective VLAN.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Layer 3 Switch (Modern Core Routing)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Switches with built-in hardware ASIC routing capabilities. Configured with **Switched Virtual Interfaces (SVIs)** (`interface vlan 10`, `interface vlan 20`) providing multi-gigabit wire-speed inter-VLAN routing without external router bottleneck.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Inter-VLAN Methods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Router-on-a-Stick: 1 Trunk link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Sub-interfaces: eth0.10, eth0.20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L3 Switch: Hardware SVI routing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Wire-speed routing in L3 switch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Isolates broadcast domains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Virtual LANs (VLANs)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M3.5V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(K3 Apply)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benefits of VLANs and illustrate the 4-byte IEEE 802.1Q tag header format. (7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Differentiate between Access ports and Trunk ports on an Ethernet switch. (5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Inter-VLAN routing using the Router-on-a-Stick architecture with a network diagram and configuration concepts. (7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VLANs partition a single physical switch into multiple isolated broadcast domains.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IEEE 802.1Q tag inserts 4 bytes (TPID 0x8100 + 12-bit VID for 4094 VLANs).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Trunk links carry tagged multiplexed frames between switches and routers.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