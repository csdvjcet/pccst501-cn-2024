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Ethernet Protocols &amp; IEEE 802.3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Standard Ethernet (10M), Fast Ethernet (100M), Gigabit Ethernet (1G), 10GbE, IEEE 802.3 Frame Format (64B to 1518B)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3.5.1 IEEE 802.3 Ethernet Frame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Preamble (7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7 bytes of alternating `10101010` patterns used to synchronize receiver clock circuitry.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Start of Frame Delimiter - SFD (1 Byte)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 byte pattern `10101011` indicating that destination MAC address begins immediately on the next bit.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Destination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target NIC (or broadcast `FF:FF:FF:FF:FF:FF`).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Source MAC Address (6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48-bit hardware address of sending NIC.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/ Length Field (2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If $\ge 1536$ (0x0600), specifies upper layer protocol (EtherType: IPv4 `0x0800`, ARP `0x0806`, IPv6 `0x86DD`). If $\le 1500$, specifies frame payload length.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Payload / Data (46 to 1500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Carries L3 datagram. Minimum payload is 46 bytes (padded with zeros if smaller) to enforce the 64-byte minimum frame size constraint.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Frame Check Sequence - FCS (4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32-bit Cyclic Redundancy Check (CRC-32) computed over Dst MAC, Src MAC, Type, and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Frame Sizes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Preamble + SFD: 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Header + FCS: 18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Payload: 46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Payload (MTU): 1500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 Frame Size: 64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Max Frame Size: 1518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3.5.2 Ethernet Speed Evolution: Standard to 10GbE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 ETHERNET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Standard &amp; Fast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(10 Mbps): 10Base5 (Thicknet coaxial), 10Base2 (Thinnet), 10Base-T (UTP Cat 3/5 with Hub/Switch). Uses Manchester line coding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Ethernet (100 Mbps): 100Base-TX (Cat 5 UTP using 4B/5B and MLT-3 coding), 100Base-FX (Fiber). Introduces Auto-Negotiation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Gigabit &amp; 10G Ethernet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Gigabit Ethernet (1 Gbps): 1000Base-T (Cat 5e/6 UTP using 4 pairs full-duplex with 8B/10B coding), 1000Base-SX/LX (Fiber). Introduces Carrier Extension and Packet Bursting for half-duplex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10 Gigabit Ethernet (10 Gbps): 10GBase-T (Cat 6a/7) and 10GBase-SR/LR. Exclusively full-duplex switched connections; eliminates CSMA/CD completely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IEEE 802.3 Ethernet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IEEE 802.3 Ethernet frame format and explain the function of each field. Why is the minimum frame size 64 bytes and maximum 1518 bytes?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Standard Ethernet, Fast Ethernet, Gigabit Ethernet, and 10 Gigabit Ethernet with respect to medium, coding, and transmission modes.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Preamble and SFD synchronize bit timing; FCS trailer provides CRC-32 error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64-byte minimum frame ensures collision detection in 10/100 Mbps CSMA/CD networks.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10GbE operates strictly in full-duplex mode over switches and fiber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