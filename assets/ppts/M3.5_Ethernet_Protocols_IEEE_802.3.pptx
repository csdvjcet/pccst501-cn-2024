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Ethernet Protocols (IEEE 802.3)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Standard Ethernet (10BASE-T), Fast Ethernet, Gigabit Ethernet, 10GbE, Frame Format &amp; MTU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3.5.1 IEEE 802.3 Ethernet Frame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 ETHERNET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Preamble (7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Alternating `10101010` pattern for receiver clock synchronization.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Start of Frame Delimiter (SFD - 1 Byte)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`10101011` pattern signaling start of valid frame data.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Destination MAC (6 Bytes) &amp; Source MAC (6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48-bit physical hardware addresses of receiver and sender.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Type / Length Field (2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If $\ge 1536$ (`0x0600`), specifies upper layer protocol (`0x0800` for IPv4, `0x0806` for ARP). If $\le 1500$, specifies payload byte length.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Data Payload (46 to 1500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Minimum 46 bytes (padded with zeros if smaller to meet 64B frame minimum) and Maximum 1500 bytes (MTU).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CRC-32 FCS Trailer (4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Cyclic Redundancy Check trailer verifying frame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Frame Size Limits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Frame Size: 64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Frame Size: 1518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Min Payload: 46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Payload (MTU): 1500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Preamble + SFD = 8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3.5.2 High-Speed Ethernet Standards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 ETHERNET EVOLUTION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Standard &amp; Fast Ethernet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Standard Ethernet (10BASE-T): 10 Mbps, Cat 3/5 UTP, Manchester encoding, Hub topology, CSMA/CD half-duplex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Fast Ethernet (100BASE-TX): 100 Mbps, Cat 5 UTP (2 pairs), 4B/5B + MLT-3 line encoding, Switch full-duplex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100BASE-FX: 100 Mbps over Multi-mode Optical Fiber (2 km reach)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Gigabit &amp; 10G Ethernet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Gigabit Ethernet (1000BASE-T): 1000 Mbps (1 Gbps), Cat 5e/6 UTP (all 4 pairs simultaneous bidirectional), 4D-PAM5 encoding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1000BASE-SX / LX: 1 Gbps over Short-wavelength / Long-wavelength Optical Fiber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10-Gigabit Ethernet (802.3ae): 10 Gbps, Optical Fiber &amp; Cat 6A UTP; Full-duplex only (CSMA/CD disabled!)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