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64592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0058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PCCST501 Computer Networks | KTU 2024 Scheme • MODULE 3 • M3.6</a:t>
            </a:r>
          </a:p>
          <a:p>
            <a:pPr>
              <a:spcAft>
                <a:spcPts val="1200"/>
              </a:spcAft>
              <a:defRPr b="1" sz="3000">
                <a:solidFill>
                  <a:srgbClr val="F8FAFC"/>
                </a:solidFill>
              </a:defRPr>
            </a:pPr>
            <a:r>
              <a:t>Connecting Devices &amp; Spanning Tree Protocol (STP)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Repeaters, Hubs (L1), Bridges &amp; Layer 2 Switches (MAC Learning), Spanning Tree Protocol (IEEE 802.1D STP), Routers &amp; Layer 3 Switches</a:t>
            </a:r>
          </a:p>
          <a:p>
            <a:pPr>
              <a:spcAft>
                <a:spcPts val="300"/>
              </a:spcAft>
              <a:defRPr b="1" sz="1350">
                <a:solidFill>
                  <a:srgbClr val="E2E8F0"/>
                </a:solidFill>
              </a:defRPr>
            </a:pPr>
            <a:r>
              <a:t>Prepared by: Prof. Anju Markose | Assistant Professor, Dept. of CSE | VJCET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Viswajyothi College of Engineering and Technology (VJCET), Vazhakulam • KTU S5 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120640"/>
            <a:ext cx="30175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D97706"/>
                </a:solidFill>
              </a:defRPr>
            </a:pPr>
            <a:r>
              <a:t>KTU B.Tech Curriculum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Official Classroom Slide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3.6.1 Connecting Devices Taxonomy &amp; Collision/Broadcast Domains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M3.6 CONNECTING DEVICES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338328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F1E4A"/>
                </a:solidFill>
              </a:defRPr>
            </a:pPr>
            <a:r>
              <a:t>Layer 1: Repeaters &amp; Hubs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Operating Layer: Physical Layer (L1)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Function: Regenerates and amplifies electrical/optical signals; broadcasts incoming bits to all ports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Collision Domains: Single shared collision domain across all ports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Broadcast Domains: Single broadcast domain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Intelligence: Zero intelligence / No buffering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234440"/>
            <a:ext cx="33832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37160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E7490"/>
                </a:solidFill>
              </a:defRPr>
            </a:pPr>
            <a:r>
              <a:t>Layer 2: Bridges &amp; Switches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Operating Layer: Data Link Layer (L2)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Function: Inspects MAC addresses; filters and forwards frames selectively using hardware MAC Learning table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Collision Domains: Microsegmentation: **Each individual port is an isolated collision domain**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Broadcast Domains: Single broadcast domain (unless partitioned via VLANs)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Buffering: Store-and-forward / Cut-through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234440"/>
            <a:ext cx="338328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37160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D97706"/>
                </a:solidFill>
              </a:defRPr>
            </a:pPr>
            <a:r>
              <a:t>Layer 3: Routers &amp; L3 Switches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Operating Layer: Network Layer (L3)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Function: Routes packets across heterogeneous networks using IP addresses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Collision Domains: Separate collision domain per port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Broadcast Domains: **Separates broadcast domains** (does not forward L2 broadcasts)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Routing Table: Maintains FIB routing table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3.6.2 Spanning Tree Protocol (IEEE 802.1D STP)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M3.6 SPANNING TREE PROTOCOL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The Layer 2 Loop Problem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Redundant links between switches provide fault tolerance, but create disastrous **Broadcast Storms**, multiple frame copies, and MAC table instability.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STP Goal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Logically disables redundant links by placing them in Blocking state, dynamically constructing a loop-free active tree topology while keeping backup paths on standby.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BPDU (Bridge Protocol Data Units)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Switches exchange BPDUs containing: `Bridge ID = Priority (2B) + MAC Address (6B)` (Default priority = 32768).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4-Step STP Algorithm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1. **Root Bridge Election**: Switch with the lowest Bridge ID becomes the Root Bridge. \n 2. **Root Port (RP) Selection**: On each non-root switch, the port with the lowest path cost to the Root Bridge is selected as RP. \n 3. **Designated Port (DP) Selection**: On each LAN segment, the port with the lowest path cost to Root becomes DP. \n 4. **Blocking State**: All remaining ports are placed in Blocking/Discarding state to break loops.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STP Algorithm Steps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1. Lowest Bridge ID -&gt; Root Bridge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2. Lowest Cost to Root -&gt; Root Port (RP)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3. Lowest Cost per Link -&gt; Designated Port (DP)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4. Remaining Ports -&gt; Blocked / Alternate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Convergence time: ~30-50 seconds (RSTP: &lt; 1s)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F8FAFC"/>
                </a:solidFill>
              </a:defRPr>
            </a:pPr>
            <a:r>
              <a:t>🎯 Exam Booster &amp; Review: Connecting Devices &amp; STP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M3.6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303520" cy="4892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D97706"/>
                </a:solidFill>
              </a:defRPr>
            </a:pPr>
            <a:r>
              <a:t>📚 KTU High-Yield Questions (K3 Apply)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Compare Repeaters, Hubs, Switches, and Routers with respect to operating layer, collision domains, and broadcast domains. (8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the working of the Spanning Tree Protocol (IEEE 802.1D) with Bridge ID, Root Bridge election, Root Ports, and Blocking ports. (8 Marks)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0E7490"/>
                </a:solidFill>
              </a:defRPr>
            </a:pPr>
            <a:r>
              <a:t>💡 Critical Conceptual Takeaways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Hubs extend collision domains; Switches isolate collision domains; Routers isolate broadcast domains.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Transparent switches dynamically populate MAC tables by inspecting source MACs of arriving frames.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STP prevents broadcast storms by breaking physical switching loops into a single logical tree.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