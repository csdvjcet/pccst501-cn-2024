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M3.6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Connecting Devices &amp; Domain Segmentation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Repeaters, Hubs, Bridges, Layer 2 Learning Switches, Routers &amp; Collision vs Broadcast Domain Analysis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3.6.1 Connecting Devices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M3.6 CONNECTING DEVICES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Physical Layer (L1): Repeaters &amp; Hubs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Regenerate/amplify electrical signals and broadcast bits to all ports. Single Collision Domain &amp; Single Broadcast Domain.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Data Link Layer (L2): Bridges &amp; Switches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Forward frames based on 48-bit MAC address tables. Break network into separate Collision Domains per port while maintaining a Single Broadcast Domain.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Learning Switch Algorithm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Switch inspects Source MAC of incoming frame to update `(MAC, Port, TTL)` table. If Destination MAC is in table $\implies$ selective forward to specific port; if destination unknown/broadcast $\implies$ flood to all ports except incoming.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Network Layer (L3): Routers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Forward packets based on 32-bit/128-bit IP addresses. Break network into separate Collision Domains AND separate Broadcast Domains.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Device Hierarchy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L1 Hub: Bit repeater (dumb)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L2 Switch: Frame filter (MAC)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L3 Router: Packet forwarder (IP)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L7 Gateway: Protocol translation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3.6.2 Collision Domains vs Broadcast Domains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M3.6 DOMAIN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Collision Domain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Definition: Network segment where simultaneous transmissions cause physical signal collision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Hub / Repeater: Entire hub is 1 single collision domain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Layer 2 Switch: Each individual switch port is an isolated collision domain ($N$ ports = $N$ domains)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Router: Each router interface is an isolated collision domain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Full-Duplex Switch: Zero collisions occur in full-duplex switch links!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Broadcast Domain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Definition: Network segment reached by an L2 broadcast frame (`FF:FF:FF:FF:FF:FF`)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Hub / Switch: All connected ports belong to 1 single broadcast domain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Switch with VLANs: Each configured VLAN forms an isolated broadcast domain ($M$ VLANs = $M$ domains)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Router: Routers block L2 broadcasts by default; each router interface is a separate broadcast domain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