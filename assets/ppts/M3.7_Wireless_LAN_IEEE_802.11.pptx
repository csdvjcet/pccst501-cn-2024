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M3.7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Wireless LANs: IEEE 802.11 (Wi-Fi)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BSS, AP, ESS, Distribution System, Hidden/Exposed Terminal Problems, CSMA/CA with RTS/CTS, SIFS/PIFS/DIFS, 802.11 Frame (4 Addresses)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3.7.1 IEEE 802.11 Architecture &amp; Terminal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 WIRELESS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Basic Service Set (BSS)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fundamental building block consisting of wireless stations and a central Access Point (AP) in Infrastructure mode (or peer-to-peer in Ad-hoc / IBSS mode).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Extended Service Set (ESS)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Multiple BSSs interconnected via a wired Distribution System (DS) sharing a common SSID, enabling seamless roaming across campus.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Hidden Terminal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Nodes A and C cannot hear each other due to distance or physical obstacles, but both are in range of AP B. If A and C transmit simultaneously, their frames collide at B!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Exposed Terminal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B is transmitting to A. Node C wants to transmit to D (away from A). C senses B transmitting and unnecessarily defers, wasting channel capacity.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Solution: CSMA/CA with RTS/CTS Handshake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Sender transmits short **RTS (Request to Send)** frame (20B). AP replies with **CTS (Clear to Send)** broadcast (14B) containing Network Allocation Vector (NAV) reservation time, silencing hidden terminals.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802.11 Topology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BSS: AP + Associated Stations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ESS: Multiple BSSs + Wired 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Hidden Terminal: Collisions at AP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RTS/CTS: Virtual carrier sensing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NAV: Channel reservation timer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3.7.2 CSMA/CA Protocol Timing Intervals &amp; 4-Address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 CSMA/CA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Inter-Frame Space (IFS)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**SIFS (Short IFS)**: Highest priority; used for immediate ACKs, CTS, and fragmented frames. \n 2. **PIFS (PCF IFS)**: Medium priority; used in polling mode. \n 3. **DIFS (DCF IFS)**: Standard priority; minimum wait time before station can contend for channel.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Contention Window (CW) &amp; Backoff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Station waits DIFS; if idle, selects random backoff slot in $[0, CW]$. Counts down while channel is idle; freezes counter during busy periods.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IEEE 802.11 4-Address Frame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Frame Control (2B) | Duration/ID (2B) | Address 1 (6B: Receiver MAC) | Address 2 (6B: Transmitter MAC) | Address 3 (6B: Original Source or Final Dest MAC) | Sequence Control (2B) | Address 4 (6B: Used strictly when bridging across WDS wireless distribution links) | Payload (0-2312B) | FCS (4B).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Timing Hierarchy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SIFS &lt; PIFS &lt; DIFS &lt; EIFS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SIFS: ACKs &amp; CTS (Highest priority)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DIFS: Standard data contention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1: Immediate Receiver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2: Immediate Transmitter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3: Original Source / Dest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4: WDS Wireless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IEEE 802.11 Wireless 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Hidden Terminal and Exposed Terminal problems in Wireless LANs. How does CSMA/CA with RTS/CTS resolve them?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timing relationships between SIFS, PIFS, and DIFS in IEEE 802.11 CSMA/CA with a neat timing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MAC address fields in the IEEE 802.11 frame format. When is Address 4 used?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Wireless radios cannot detect collisions while transmitting; hence Wi-Fi uses collision avoidance (CSMA/CA).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RTS and CTS frames carry NAV reservation timers to silence hidden nodes.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Address 4 is populated only when frames are bridged between two wireless APs in WDS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