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M3.7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Wireless LANs (IEEE 802.11 Wi-Fi)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Architecture (BSS, ESS, AP), CSMA/CA Protocol, NAV, IFS, Hidden/Exposed Terminals, RTS/CTS &amp; Wi-Fi Standards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3.7.1 IEEE 802.11 Wi-Fi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M3.7 802.11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Basic Service Set (BSS)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Building block of 802.11. Consists of wireless stations. Infrastructure BSS includes a central Access Point (AP); Ad-hoc / IBSS has peer-to-peer communication without an AP.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Extended Service Set (ESS)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Two or more BSSs interconnected by a wired Distribution System (DS / Ethernet switch backbone) sharing a common SSID, enabling seamless mobile client roaming.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Service Set Identifier (SSID)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Human-readable name of the wireless network (up to 32 characters) advertised in Periodic Beacon frames by APs.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BSSID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48-bit MAC address of the Access Point's wireless radio interface.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Wi-Fi Topologies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Infrastructure Mode: With AP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Ad-hoc Mode: Peer-to-peer (IBSS)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ESS: Multiple APs on wired 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SSID: Network broadcast name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BSSID: 48-bit AP MAC address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3.7.2 CSMA/CA &amp; Inter-Frame Spaces (IFS)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M3.7 CSMA/CA &amp; 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Why CSMA/CD Fails in Wireless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1. Wireless radios cannot transmit and receive simultaneously on same channel (half-duplex). 2. Signal attenuation makes collision detection impossible at sender $\implies$ Wi-Fi uses Collision AVOIDANCE (CSMA/CA).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CSMA/CA Protocol Flow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Station senses medium. If idle for DIFS, it selects random backoff slot count. Decrements counter while medium idle. Transmits when counter reaches 0. Receiver sends ACK after SIFS.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Inter-Frame Spaces (IFS Hierarchy)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SIFS (Short IFS - highest priority for ACKs/CTS) &lt; PIFS (PCF IFS) &lt; DIFS (DCF IFS - standard data frames).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Allocation Vector (NAV)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Virtual carrier sensing. Frames carry a `Duration` field. Stations hearing duration set their internal NAV timer and refrain from transmitting until NAV expires.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IFS Priority Hierarchy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1. SIFS: Lowest delay (ACK / CTS)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2. PIFS: Medium delay (Polling)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3. DIFS: Highest delay (Data frames)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NAV: Virtual countdown timer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Exponential Contention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3.7.3 Hidden vs Exposed Terminals &amp; RTS/CTS Handshake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M3.7 RTS/CTS MECHANISM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Hidden Terminal Problem (Solved by RTS/CTS)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Scenario: Station A and C both communicate with AP B, but A and C cannot hear each other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Problem: Simultaneous transmissions from A and C collide at B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Solution: A sends RTS $\to$ B replies with CTS (heard by C) $\to$ C sets NAV and stays silent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Handshake: RTS (20B) $\to$ CTS (14B) $\to$ DATA $\to$ 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Exposed Terminal Problem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Scenario: B transmits to A; C wants to transmit to D (outside B's range)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Problem: C senses carrier from B and unnecessarily delays transmitting to D even though no collision would occur at A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Resolution: Directional antennas or spatial reuse techniques in modern Wi-Fi 6 (BSS Coloring)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