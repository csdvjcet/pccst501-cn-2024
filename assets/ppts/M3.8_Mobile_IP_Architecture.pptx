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M3.8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Mobile IP Architecture &amp; Protocols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Mobile Node (MN), Home Agent (HA), Foreign Agent (FA), Home Address (HoA), Care-of Address (CoA), Tunneling &amp; Triangle Routing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3.8.1 Mobile IP Architecture &amp; Entities (RFC 5944)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M3.8 MOBILE IP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The Mobility Challenge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Standard IP routing uses destination IP prefixes. If a mobile laptop moves to a new subnet, changing its IP address terminates all active TCP connections! Mobile IP allows a host to retain its permanent IP transparently.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Mobile IP Entities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**Mobile Node (MN)**: The roaming host. \n 2. **Home Network &amp; Home Agent (HA)**: The home subnet and the router acting on behalf of MN when away. \n 3. **Foreign Network &amp; Foreign Agent (FA)**: The visited subnet router assisting MN. \n 4. **Correspondent Node (CN)**: The peer host communicating with MN.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Dual-Address Mechanism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**Home Address (HoA)**: Permanent IP address assigned in home subnet (used for active TCP sessions). \n 2. **Care-of Address (CoA)**: Temporary IP address associated with visited foreign network.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Core Entities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MN: Mobile Node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HA: Home Agent router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FA: Foreign Agent router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HoA: Permanent IP address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CoA: Temporary visited IP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CN: Correspondent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3.8.2 Operational Phases: Registration, Tunneling &amp; Triangle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M3.8 MOBILE IP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Phase 1: Agent Discovery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Foreign Agents broadcast periodic Agent Advertisements (ICMP extension); MN detects it has moved and obtains a CoA.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Phase 2: Registration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MN sends Registration Request to FA -&gt; FA forwards to Home Agent (HA) -&gt; HA updates binding table (`HoA -&gt; CoA`) and sends Registration Reply.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Phase 3: Data Transfer (IP-in-IP Encapsulation Tunneling)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CN sends packet to `HoA` -&gt; Routed to Home Network -&gt; Home Agent intercepts packet via Proxy ARP -&gt; HA encapsulates packet inside a new IP header (`Src IP = HA`, `Dst IP = CoA`) -&gt; Transmits through IP tunnel to FA -&gt; FA decapsulates and delivers to MN.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Reverse Path &amp; Triangle Routing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MN sends directly to CN via standard IP routing. However, traffic from CN travels through HA -&gt; FA -&gt; MN (inefficient Triangle Routing). Solution: Route Optimization allows CN to cache MN's CoA and tunnel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Tunneling 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CN -&gt; Home Agent (HoA)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HA intercepts (Proxy ARP)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HA tunnels to FA (IP-in-IP)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FA decapsulates -&gt; MN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MN replies directly to CN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Triangle Routing fixed via CoA 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Mobile IP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architecture and entities of Mobile IP (MN, HA, FA, HoA, CoA) with a neat diagram.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three operational phases of Mobile IP: Agent Discovery, Registration, and Encapsulation Tunneling.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the Triangle Routing problem in Mobile IP, and how does Route Optimization solve it?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Mobile IP preserves TCP connection survivability during subnet roaming.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Home Agent intercepts packets using Proxy ARP and encapsulates them via IP-in-IP tunneling to the Care-of Address.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Triangle routing introduces latency by routing all forward traffic through the Home Agent.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