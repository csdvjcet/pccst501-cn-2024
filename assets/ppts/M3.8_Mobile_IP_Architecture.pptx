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Mobile IP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Entities (MN, HA, FA), Home Address vs Care-of Address, Agent Discovery, Triangle Routing &amp; Route Optimization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3.8.1 Mobile IP Entities &amp;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MOBILE IP 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IP (RFC 5944)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mobile devices (Mobile Nodes) to change their point of attachment to the Internet without changing their static IP address, preserving active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Node (MN)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 that moves across subnets (e.g. smartphone moving between Wi-Fi and 5G).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Home Agent (HA)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Mobile Node's home network that tunnels packets to the MN when it is away from home.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Foreign Agent (FA)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visited foreign network that assists the MN in receiving packets and provides a Care-of Address (COA).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IP Addresses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Permanent Home Address (static IP identifying MN) and Temporary Care-of Address (COA identifying current location).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Mobile IP Terminology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MN: Mobile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HA: Home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FA: Foreign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Home Address: Permanent static 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COA: Temporary location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3.8.2 Triangle Routing &amp; Encapsulation Tunneling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TRIANGLE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Agent Discovery &amp; Registration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Foreign Agents broadcast periodic Agent Advertisements. MN registers its new COA with Home Agent via Registration Request.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Triangle Routing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Correspondent Node (CN) sends packet to MN's Home Address. 2. Home Agent intercepts packet. 3. HA encapsulates packet inside a new IP header (`Dst = COA`) [IP-in-IP Tunneling]. 4. FA decapsulates packet and delivers to MN. 5. MN replies directly to CN.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Inefficiency of Triangle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Packets travel an indirect triangular path through the Home Agent even if CN and MN are on adjacent networks, adding propagation delay.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 Optimization Solution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HA sends a Binding Update to CN containing MN's current COA, allowing CN to tunnel future packets directly to MN's COA.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IP-in-IP Encapsulation Tunneling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Triangle Path: CN -&gt; HA -&gt; FA -&gt; MN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Direct Reply: MN -&gt; CN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Binding Update: Eliminates 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