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3 • M3.9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Linux Network Programming: Raw Sockets &amp; PF_PACKET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Data Link Provider Interface (DLPI), BSD Packet Filter (BPF), Linux PF_PACKET / AF_PACKET (SOCK_RAW, ETH_P_ALL), Promiscuous Sniffer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3.9.1 Hands-On: Packet Sniffing with Linux `PF_PACKET`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M3.9 LINUX RAW SOCKETS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6217920" cy="4892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5943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D97706"/>
                </a:solidFill>
              </a:defRPr>
            </a:pPr>
            <a:r>
              <a:t>// Linux Socket &amp; Protocol Implementation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#include &lt;sys/socket.h&gt;</a:t>
            </a:r>
            <a:br/>
            <a:r>
              <a:t>#include &lt;netinet/ether.h&gt;</a:t>
            </a:r>
            <a:br/>
            <a:r>
              <a:t>#include &lt;net/if.h&gt;</a:t>
            </a:r>
            <a:br/>
            <a:r>
              <a:t>#include &lt;sys/ioctl.h&gt;</a:t>
            </a:r>
            <a:br/>
            <a:br/>
            <a:r>
              <a:t>int main() {</a:t>
            </a:r>
            <a:br/>
            <a:r>
              <a:t>    // 1. Create Raw Packet Socket to capture all Ethernet frames</a:t>
            </a:r>
            <a:br/>
            <a:r>
              <a:t>    int raw_sock = socket(AF_PACKET, SOCK_RAW, htons(ETH_P_ALL));</a:t>
            </a:r>
            <a:br/>
            <a:r>
              <a:t>    </a:t>
            </a:r>
            <a:br/>
            <a:r>
              <a:t>    // 2. Enable Promiscuous Mode on network interface eth0</a:t>
            </a:r>
            <a:br/>
            <a:r>
              <a:t>    struct ifreq ifr;</a:t>
            </a:r>
            <a:br/>
            <a:r>
              <a:t>    strcpy(ifr.ifr_name, "eth0");</a:t>
            </a:r>
            <a:br/>
            <a:r>
              <a:t>    ioctl(raw_sock, SIOCGIFFLAGS, &amp;ifr);</a:t>
            </a:r>
            <a:br/>
            <a:r>
              <a:t>    ifr.ifr_flags |= IFF_PROMISC;</a:t>
            </a:r>
            <a:br/>
            <a:r>
              <a:t>    ioctl(raw_sock, SIOCSIFFLAGS, &amp;ifr);</a:t>
            </a:r>
            <a:br/>
            <a:r>
              <a:t>    </a:t>
            </a:r>
            <a:br/>
            <a:r>
              <a:t>    // 3. Capture and Dissect Raw Ethernet Frame</a:t>
            </a:r>
            <a:br/>
            <a:r>
              <a:t>    unsigned char buffer[2048];</a:t>
            </a:r>
            <a:br/>
            <a:r>
              <a:t>    while (1) {</a:t>
            </a:r>
            <a:br/>
            <a:r>
              <a:t>        int len = recvfrom(raw_sock, buffer, sizeof(buffer), 0, NULL, NULL);</a:t>
            </a:r>
            <a:br/>
            <a:r>
              <a:t>        struct ether_header *eth = (struct ether_header *)buffer;</a:t>
            </a:r>
            <a:br/>
            <a:r>
              <a:t>        printf("Src MAC: %s -&gt; Dst MAC: %s | Protocol: 0x%04X\n",</a:t>
            </a:r>
            <a:br/>
            <a:r>
              <a:t>               ether_ntoa((struct ether_addr *)eth-&gt;ether_shost),</a:t>
            </a:r>
            <a:br/>
            <a:r>
              <a:t>               ether_ntoa((struct ether_addr *)eth-&gt;ether_dhost),</a:t>
            </a:r>
            <a:br/>
            <a:r>
              <a:t>               ntohs(eth-&gt;ether_type));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234440"/>
            <a:ext cx="438912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3716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1E4A"/>
                </a:solidFill>
              </a:defRPr>
            </a:pPr>
            <a:r>
              <a:t>⚙️ System Call &amp; Execution Workflow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`AF_PACKET` / `PF_PACKET`: Linux-specific socket domain allowing direct interaction with Layer 2 device drivers, bypassing the standard kernel TCP/IP protocol stack entirely.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`SOCK_RAW` vs `SOCK_DGRAM`: `SOCK_RAW` provides raw Ethernet frames including L2 header and trailer; `SOCK_DGRAM` provides frames with L2 header stripped.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Protocol Filter `ETH_P_ALL`: Captures all incoming and outgoing frames (IPv4, ARP, IPv6, STP, VLAN).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Promiscuous Mode (`IFF_PROMISC`): Instructs the NIC hardware to disable MAC address filtering and deliver all overheard frames on the physical wire to the OS.</a:t>
            </a:r>
          </a:p>
          <a:p>
            <a:pPr>
              <a:defRPr b="1" sz="1150">
                <a:solidFill>
                  <a:srgbClr val="0E7490"/>
                </a:solidFill>
              </a:defRPr>
            </a:pPr>
            <a:r>
              <a:t>💡 Hands-on Insight: Used by network diagnostic tools like Wireshark, tcpdump, and custom IDS packet analysis engines.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Linux Raw Sockets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M3.9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difference between standard Berkeley sockets (`AF_INET`) and Linux packet sockets (`AF_PACKET`).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Write a C program using `PF_PACKET` and `SOCK_RAW` to capture Ethernet frames and extract Source and Destination MAC addresses.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`AF_PACKET` gives direct access to Layer 2 raw Ethernet frames.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Promiscuous mode captures all frames on the shared link regardless of destination MAC.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`ETH_P_ALL` captures all Layer 3 protocol payloads.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