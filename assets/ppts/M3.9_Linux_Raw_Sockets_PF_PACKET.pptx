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M3.9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Linux Raw Socket Link Layer Programming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Datalink Provider Interface, SOCK_PACKET vs PF_PACKET, struct sockaddr_ll &amp; Custom Frame Sniffing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3.9.1 Linux Raw Sockets &amp; PF_PACKET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M3.9 LINUX RAW SOCKETS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Link-Layer Direct Access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Standard sockets operate at L4/L3. Link-layer raw sockets allow application programs to send and receive raw L2 Ethernet frames directly bypassing kernel IP stack.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Legacy `SOCK_PACKET` vs Modern `PF_PACKET`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`SOCK_PACKET` (Linux 2.0) passed device name in `sockaddr`. Replaced in modern Linux by `socket(PF_PACKET, SOCK_RAW, htons(ETH_P_ALL))` which provides cleaner device binding and hardware header access.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`struct sockaddr_ll`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Socket address struct for link layer: `sll_family = AF_PACKET`, `sll_protocol = htons(ETH_P_ALL)`, `sll_ifindex` (interface index), `sll_hatype` (ARP hardware type), `sll_addr` (MAC address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Promiscuous Mode Sniffing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NIC configured with `IFF_PROMISC` flag captures ALL frames traversing the physical wire regardless of Destination MAC (used by Wireshark/tcpdump).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Hands-on Code Snip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 = socket(PF_PACKET, SOCK_RAW, htons(ETH_P_ALL));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recvfrom(s, buffer, 2048, 0, NULL, NULL);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struct ethhdr *eth = (struct ethhdr*)buffer;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CO4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