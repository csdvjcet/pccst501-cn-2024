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Management &amp; SNMP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Framework Components (NMS, Agent, MIB), SNMP Protocol Operations (UDP 161/162), Evolution: SNMPv1 vs SNMPv2c vs SNMPv3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4.1.1 Network Management Framework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Management Framework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4 fundamental components: Managing Entity, Managed Devices, Management Agents, and Management Information Base.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Managing Entity (NMS - Network Management System)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Central workstation executing network management applications. Polls agents, receives alerts, and presents graphical dashboards.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Managed Device &amp; Agent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Routers, switches, servers running an SNMP Management Agent software module that collects local operational metrics and executes configuration commands.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Management Information Base (MIB)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Hierarchical structured collection of managed object variables maintained inside each device (e.g., packets transmitted, CPU utilization, interface status).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UDP Port Protocol Transport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SNMP Manager sends requests to Agent on UDP Port 161; Agent sends unsolicited alerts (Traps) to Manager on UDP Port 162.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SNMP Core Elements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NMS: Central manager console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Agent: Software on managed node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MIB: Device database variables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 161 UDP: Requests (Get/Set)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 162 UDP: Alerts (Traps/Inform)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4.1.2 SNMP Protocol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requests value of one or more specific MIB variables by OID from Agent.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`GetNextRequest`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requests value of lexicographically next object in MIB tree (used for table traversal / walk).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`GetBulkRequest` (SNMPv2/v3)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efficiently fetches large blocks of tabular data in a single PDU response, minimizing network roundtrips.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`SetRequest`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writes a new value to a MIB variable to reconfigure device state (e.g. enable/disable an interface).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`Response`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Agent replies to Manager with requested data values or error status.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`Trap` (Unsolicited Alert)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Agent proactively sends alert to NMS reporting an asynchronous critical event (e.g. link down, power supply failure, authentication failure). Unacknowledged.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`InformRequest` (SNMPv2/v3)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Manager-to-Manager or Agent-to-Manager acknowledged trap.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Operation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GetRequest: Fetch variable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GetNextRequest: Tree traversal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GetBulkRequest: Table retrieval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SetRequest: Modify configuration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Trap: Unsolicited async event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InformRequest: Acknowledged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4.1.3 Evolution of SNMP: SNMPv1 vs SNMPv2c vs SNMPv3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EVOLUTION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SNMPv1 &amp; SNMPv2c (Legacy)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Authentication: Plaintext Community Strings (`public` for read, `private` for write) transmitted in cleartext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Security: Vulnerable to packet sniffing, replay attacks, and unauthorized configuration modification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Types: v1: 32-bit counters only (rollover in 34s on 1 Gbps links!). v2c: Added 64-bit counters (`Counter64`) &amp; `GetBulkRequest`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SNMPv3 (Modern Standard - RFC 3411)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User-based Security Model (USM): Provides Message Integrity (HMAC-MD5/SHA) and Confidentiality (DES/AES-128/256 payload encryption)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View-based Access Control (VACM): Defines granular read/write access permissions per user group for specific MIB subtrees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Anti-Replay: Timestamps and boot counters prevent replaying captured SNMP packets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