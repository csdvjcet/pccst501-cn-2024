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4 • M4.1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Network Management Architecture &amp; SNMP Protocol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Managing Entities (Managers), Managed Devices (Agents), MIB, SNMP Protocol Operations, SNMPv1 vs SNMPv2c vs SNMPv3 (USM &amp; VACM)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4.1.1 Network Management Framework &amp; SNMP Operations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 SNMP FRAMEWORK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Network Management Architecture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Consists of 4 pillars: 1. **Managing Entity (Manager / NMS)**: Centralized workstation running management software. 2. **Managed Devices**: Routers, switches, servers, hosts containing management data. 3. **Management Agent**: Software daemon running inside managed device. 4. **Management Information Base (MIB)**: Virtual database of manageable object variables.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SNMP Protocol (Simple Network Management Protocol - RFC 3411)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Operates over UDP port 161 (Manager to Agent queries) and UDP port 162 (Agent to Manager asynchronous Traps).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Core SNMP Protocol Operations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**GetRequest**: Manager fetches value of 1 or more MIB variables from Agent. \n 2. **GetNextRequest**: Manager fetches the lexicographically next MIB variable (used for MIB tree walking and table traversal). \n 3. **GetBulkRequest (v2c/v3)**: Fetches large blocks of table rows in a single packet. \n 4. **SetRequest**: Manager sets/modifies configuration value on Agent device. \n 5. **Response**: Agent returns requested data values or error status. \n 6. **Trap / InformRequest**: Unsolicited alert sent by Agent to Manager upon an event (e.g., link failure, reboot). `InformRequest` requires Manager ACK.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SNMP Ports &amp; PDUs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UDP Port 161: Agent listener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UDP Port 162: Manager Trap listener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GetRequest: Read variable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SetRequest: Write configuration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GetNext: Sequential MIB walk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GetBulk: Fast table download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Trap: Asynchronous alert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4.1.2 SNMP Version Evolution: SNMPv1 vs SNMPv2c vs SNMPv3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 SNMP EVOLUTION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SNMPv1 &amp; SNMPv2c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Security Model: Plaintext Community Strings (`public` for read-only, `private` for read-write). Vulnerable to packet sniffing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Operations (v1): Get, GetNext, Set, Response, Trap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Enhancements (v2c): Adds `GetBulkRequest` for fast table fetching and 64-bit high-capacity counters (`Counter64`), but retains plaintext community security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Suitability: Isolated, trusted internal LANs only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SNMPv3 (Cryptographically Secure)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Security Model: User-Based Security Model (USM) + View-Based Access Control Model (VACM)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Authentication: Message digest authentication via HMAC-MD5 or HMAC-SHA (verifies origin and prevents tampering)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Confidentiality: Payload encryption via DES or AES-128 / AES-256 (prevents eavesdropping)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Message Freshness: Timestamps and boot counters prevent Replay attacks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Enterprise Standard: Mandatory standard for secure network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Network Management &amp; SNMP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M4.1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the four components of the Network Management architecture (Manager, Agent, MIB, SNMP) with a neat diagram. (7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Describe the various SNMP protocol operations (GetRequest, GetNextRequest, GetBulkRequest, SetRequest, Trap, InformRequest). (8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Compare SNMPv1, SNMPv2c, and SNMPv3 with focus on the User-Based Security Model (USM) in SNMPv3. (7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SNMP uses UDP port 161 for synchronous polling and port 162 for asynchronous event Traps.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SNMPv2c introduced `GetBulk` and 64-bit counters; SNMPv3 added cryptographic authentication and AES encryption.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`InformRequest` provides reliable delivery of trap notifications with manager acknowledgments.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