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4 • M4.2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Abstract Syntax Notation One (ASN.1) &amp; MIB-2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ASN.1 Data Types, Basic Encoding Rules (BER) Tag-Length-Value Format, MIB-2 Tree Hierarchy &amp; OID Structure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4.2.1 ASN.1 Data Types &amp; BER Wire Encoding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M4.2 ASN.1 &amp; 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Role of ASN.1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 formal, machine-independent language for specifying data types and structured messages independently of operating system hardware or byte-ordering conventions.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Primitive ASN.1 Data Types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`INTEGER` (signed integer), `OCTET STRING` (byte sequence), `OBJECT IDENTIFIER` (dotted OID path), `BOOLEAN` (True/False), `NULL` (empty placeholder).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Constructed ASN.1 Data Types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`SEQUENCE` (ordered list of different types - like a C struct), `SEQUENCE OF` (ordered list of same type - like an array).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Basic Encoding Rules (BER - TLV Format)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Serializes ASN.1 objects into wire bytes as `[Tag | Length | Value]`.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BER Example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Tag specifies data type (e.g. `0x02` for INTEGER), Length specifies payload byte count (e.g. `0x01`), Value contains actual data (e.g. `0x05` $\implies$ `02 01 05` encodes integer 5).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BER TLV Structure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Tag (Type): 1 Byte identifier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Length: Byte count of Value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Value: Actual binary payload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02 01 05: INTEGER 5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04 03 41 42 43: OCTET STRING 'ABC'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4.2.2 Management Information Base (MIB-2) Tree &amp; OIDs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M4.2 MIB-2 HIERARCHY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MIB-2 Tree Hierarchy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All managed objects are organized into a globally unique hierarchical tree identified by dotted numeric Object Identifiers (OIDs).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Standard Internet Root Path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`iso(1) . org(3) . dod(6) . internet(1) . mgmt(2) . mib-2(1)` = `1.3.6.1.2.1`.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Key MIB-2 Functional Groups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1. `system (1.3.6.1.2.1.1)`: Device name, description, uptime, contact.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2. `interfaces (1.3.6.1.2.1.2)`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Number of interfaces, interface speed, MTU, packet counters (`ifInOctets`, `ifOutOctets`).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3. `ip (1.3.6.1.2.1.4)` &amp; `tcp (1.3.6.1.2.1.6)`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IP routing table (`ipRouteTable`), forwarding counters, active TCP connection table (`tcpConnTable`).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Key MIB OIDs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sysDescr: 1.3.6.1.2.1.1.1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sysUpTime: 1.3.6.1.2.1.1.3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ifNumber: 1.3.6.1.2.1.2.1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ipForwarding: 1.3.6.1.2.1.4.1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Scalar append .0: sysDescr.0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