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4 • M4.2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Structure of Management Information (SMI) &amp; ASN.1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Abstract Syntax Notation One (ASN.1), SMIv2 Macro Definitions, MIB OID Tree Hierarchy (1.3.6.1.2.1), Standard MIB-II Groups, BER Encoding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4.2.1 SMIv2 &amp; MIB Object Identifier (OID) Tree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M4.2 SMI &amp; MIB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SMI (Structure of Management Information - RFC 2578)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formal language defining the rules for naming, specifying data types, and structuring management objects in the MIB.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ASN.1 (Abstract Syntax Notation One)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formal notation for describing data structures independently of machine hardware architectures. Defines primitives (INTEGER, OCTET STRING, OBJECT IDENTIFIER, SEQUENCE).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Globally Unique OID Tree Hierarchy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Every manageable variable is assigned a globally unique dot-delimited Object Identifier (OID) arranged in an inverted tree: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Standard Internet MIB-2 Path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`iso(1)` -&gt; `org(3)` -&gt; `dod(6)` -&gt; `internet(1)` -&gt; `mgmt(2)` -&gt; `mib-2(1)` = **`1.3.6.1.2.1`**.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Standard MIB-II Functional Groups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`system (1.3.6.1.2.1.1)`: Device name, description, uptime, contact. \n 2. `interfaces (1.3.6.1.2.1.2)`: Subnet interfaces, MTU, speed, packet counters. \n 3. `ip (1.3.6.1.2.1.4)`: IP routing tables, forward state, TTL, packet discards. \n 4. `tcp (1.3.6.1.2.1.6)`: Active TCP connection table, current connections, timeouts. \n 5. `udp (1.3.6.1.2.1.7)`: UDP listener table and datagram counters.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Basic Encoding Rules (BER)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Transfers data over wire using **TLV format**: `Tag (Type)` | `Length` | `Value`.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Standard MIB-2 Groups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1.3.6.1.2.1.1: system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1.3.6.1.2.1.2: interfaces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1.3.6.1.2.1.4: ip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1.3.6.1.2.1.6: tcp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1.3.6.1.2.1.7: udp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1.3.6.1.2.1.11: snmp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Encoding: BER TLV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SMI &amp; ASN.1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role of SMI and ASN.1 in SNMP network management.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Illustrate the MIB Object Identifier (OID) tree hierarchy from Root to MIB-II (`1.3.6.1.2.1`) and describe the primary MIB-II groups (`system`, `interfaces`, `ip`, `tcp`).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Basic Encoding Rules (BER) and the Tag-Length-Value (TLV) encoding format with an example.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SMI defines how MIB data objects are formally defined using ASN.1 syntax.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OID `1.3.6.1.2.1` is the root prefix for all standard Internet MIB-II management objects.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BER encodes variables into machine-independent Tag-Length-Value (TLV) binary streams.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