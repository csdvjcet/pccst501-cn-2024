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4 • M4.3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Data and Signals: Theoretical Channel Capacity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Analog vs Digital Signals, Bandwidth, Transmission Impairments (Attenuation, Noise), Signal-to-Noise Ratio (SNR), Nyquist Rate vs Shannon Capacity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4.3.1 Signals, Bandwidth &amp; Transmission Impairments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M4.3 DATA &amp; SIGNALS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Analog vs Digital Signals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Analog signals have infinitely many continuous values over time (e.g., sine wave $s(t) = A \sin(2\pi f t + \phi)$). Digital signals have discrete discrete levels (e.g., 0V and 5V pulses representing bits 0 and 1).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Bandwidth ($B$)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The range of frequencies contained in a composite signal: $B = f_{max} - f_{min}$ Hertz (Hz).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Transmission Impairments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1. **Attenuation**: Loss of signal energy over distance (measured in decibels $dB = 10 \log_{10} (P_2 / P_1)$). Corrected via amplifiers/repeaters. \n 2. **Distortion**: Different frequency components travel at different speeds, altering composite waveform shape. \n 3. **Noise**: Unwanted external energy added to signal (Thermal noise $N_0 = kTB$, Induced noise, Crosstalk, Impulse noise).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Signal-to-Noise Ratio (SNR)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Ratio of signal power to noise power: $SNR = \frac{P_{signal}}{P_{noise}}$. In decibels: $SNR_{dB} = 10 \log_{10} (SNR)$ (e.g., $SNR = 1000 \implies SNR_{dB} = 30$ dB).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Key Formulas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Bandwidth: B = f_max - f_min (Hz)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Decibels: dB = 10 * log10(P2 / P1)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SNR = P_signal / P_noise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SNR_dB = 10 * log10(SNR)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SNR = 10^(SNR_dB / 10)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4.3.2 Channel Capacity Limits: Nyquist vs Shannon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M4.3 NYQUIST VS SHANNON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Nyquist Bit Rate (Noiseless Channel)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Formulated By: Harry Nyquist (1928)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Channel Condition: Assumes theoretical **noiseless** channel with bandwidth $B$ Hz and $L$ discrete signaling levels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Formula: $C = 2 \times B \times \log_2 (L)$ bps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Implication: Data rate can be increased indefinitely by increasing the number of signal levels $L$, but is constrained by noise in practice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Shannon Capacity (Noisy Channel)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Formulated By: Claude Shannon (1948)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Channel Condition: Assumes real-world channel contaminated with Thermal White Noise (Gaussian Noise)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Formula: $C = B \times \log_2 (1 + SNR)$ bps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Implication: Defines the absolute physical upper bound on error-free channel capacity regardless of how many signal levels $L$ are used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4.3.3 Worked KTU Numerical: Nyquist &amp; Shannon Capacity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M4.3 CAPACITY NUMERICAL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48640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50">
                <a:solidFill>
                  <a:srgbClr val="0F1E4A"/>
                </a:solidFill>
              </a:defRPr>
            </a:pPr>
            <a:r>
              <a:t>📌 KTU Numerical Problem Statement</a:t>
            </a:r>
          </a:p>
          <a:p>
            <a:pPr>
              <a:spcAft>
                <a:spcPts val="1400"/>
              </a:spcAft>
              <a:defRPr sz="1250">
                <a:solidFill>
                  <a:srgbClr val="0F172A"/>
                </a:solidFill>
              </a:defRPr>
            </a:pPr>
            <a:r>
              <a:t>A telephone line has bandwidth B = 3000 Hz and Signal-to-Noise ratio SNR_dB = 31.62 dB (SNR approx 1452). (a) Calculate the theoretical maximum Shannon channel capacity. (b) To achieve this capacity on a noiseless line with B = 3000 Hz, how many signal levels L are required by Nyquist formula?</a:t>
            </a:r>
          </a:p>
          <a:p>
            <a:pPr>
              <a:spcAft>
                <a:spcPts val="600"/>
              </a:spcAft>
              <a:defRPr b="1" sz="1350">
                <a:solidFill>
                  <a:srgbClr val="0E7490"/>
                </a:solidFill>
              </a:defRPr>
            </a:pPr>
            <a:r>
              <a:t>📐 Governing Formulas &amp; Principles: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Shannon Capacity: C = B * log2(1 + SNR) bps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Given SNR_dB = 31.62 dB -&gt; SNR = 10^(31.62 / 10) = 10^3.162 = 1452.1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Nyquist Bit Rate: C = 2 * B * log2(L) bps -&gt; log2(L) = C / (2 * B) -&gt; L = 2^(C / 2B).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234440"/>
            <a:ext cx="5029200" cy="48920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37160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50">
                <a:solidFill>
                  <a:srgbClr val="047857"/>
                </a:solidFill>
              </a:defRPr>
            </a:pPr>
            <a:r>
              <a:t>📝 Step-by-Step Derivation &amp; Solution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1: 1 + SNR = 1 + 1452.1 = 1453.1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2: log2(1453.1) = log10(1453.1) / log10(2) = 3.1623 / 0.30103 = 10.505 bits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3: Shannon Capacity C = 3000 Hz * 10.505 = 31,515 bps (approx 31.5 kbps).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4: Equating to Nyquist: 31,515 = 2 * 3000 * log2(L) = 6000 * log2(L)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5: log2(L) = 31,515 / 6000 = 5.2525 -&gt; L = 2^5.2525 = 38.12 -&gt; L = 38 signal levels.</a:t>
            </a:r>
          </a:p>
          <a:p>
            <a:pPr>
              <a:spcAft>
                <a:spcPts val="800"/>
              </a:spcAft>
              <a:defRPr b="1" sz="1300">
                <a:solidFill>
                  <a:srgbClr val="047857"/>
                </a:solidFill>
              </a:defRPr>
            </a:pPr>
            <a:r>
              <a:t>✅ FINAL ANSWER: Shannon Capacity C = 31.5 kbps | Required Nyquist signal levels L = 38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💡 Exam Tip: Shannon determines the upper capacity limit; Nyquist tells us how many signal levels L are required to realize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Channel Capacity &amp;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M4.3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(K3 Apply)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three transmission impairments: Attenuation, Distortion, and Noise with diagrams and formulas. (7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State and derive the Nyquist Bit Rate formula for noiseless channels and Shannon Capacity theorem for noisy channels.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A channel has bandwidth B = 4 kHz. Calculate Shannon capacity if SNR_dB = 20 dB. (5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Nyquist bit rate ($2B \log_2 L$) applies to ideal noiseless channels.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Shannon capacity ($B \log_2(1+SNR)$) establishes the fundamental thermodynamic limit of noisy channels.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Decibels convert logarithmic power ratios into simple additive terms.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