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4 • M4.3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Physical Layer: Data, Signals &amp; Capacity Limits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Analog vs Digital Signals, Fourier Decomposition, Transmission Impairments, Nyquist Bit Rate &amp; Shannon Capacity Theorem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4.3.1 Data, Signals &amp; Transmission Impairments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M4.3 SIGNALS &amp; IMPAIRMENTS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Analog vs Digital Signals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Analog: Continuous signal waveform over time with infinite voltage levels. Digital: Discrete discrete voltage levels representing binary 0s and 1s.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Fourier Harmonic Analysis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Any periodic composite signal can be decomposed into an infinite series of fundamental and harmonic sine waves: $s(t) = \frac{A_0}{2} + \sum [A_n \sin(2\pi n f t) + B_n \cos(2\pi n f t)]$.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Transmission Impairment 1: Attenuation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Loss of signal energy over transmission distance. Measured in decibels (dB): $\text{dB} = 10 \log_{10} \left( \frac{P_2}{P_1} \right)$ (Negative dB = signal loss). Compensated by amplifiers / repeaters.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Transmission Impairment 2: Distortion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Different harmonic frequency components travel at slightly different speeds in guided media, shifting relative phase and altering signal shape.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Transmission Impairment 3: Noise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Thermal noise (Johnson noise: $N = kTB$), Induced noise, Crosstalk (coupling between adjacent wires), Impulse noise (sudden spikes).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Decibel Formulas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Power: dB = 10 * log10(P2 / P1)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Voltage: dB = 20 * log10(V2 / V1)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Half power = -3 dB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10x power = +10 dB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100x power = +20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4.3.2 Channel Capacity Limits: Nyquist vs Shannon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M4.3 THEORETICAL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Nyquist Bit Rate (Noiseless Channel)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Condition: Ideal noiseless channel of bandwidth $B$ Hz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Signal Levels: $L$ distinct discrete signal voltage levels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Formula: $\text{Bit Rate} = 2 \times B \times \log_2(L) \text{ bps}$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Example: Bandwidth = 3000 Hz, $L = 2 \implies \text{Bit Rate} = 2 \times 3000 \times 1 = 6000 \text{ bps}$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Significance: Upper bound determined strictly by bandwidth and modulation levels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Shannon Capacity Theorem (Noisy Channel)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Condition: Real-world physical channel with Gaussian thermal noise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Signal-to-Noise: $\text{SNR} = \frac{\text{Signal Power}}{\text{Noise Power}}$ (Linear scale)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Formula: $\text{Capacity } C = B \times \log_2(1 + \text{SNR}) \text{ bps}$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Example: $B = 3000\text{ Hz}, \text{SNR}_{\text{dB}} = 30\text{ dB} \implies \text{SNR} = 1000$ $\implies C = 3000 \times \log_2(1001) \approx 29,887\text{ bps}$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Significance: Absolute theoretical upper bound regardless of signal levels $L$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