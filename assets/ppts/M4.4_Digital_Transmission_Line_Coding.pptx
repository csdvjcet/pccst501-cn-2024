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M4.4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Digital Transmission &amp; Line Coding Schemes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Line Coding Criteria (DC, Sync, Baseline Wander), Unipolar, Polar (NRZ, RZ, Manchester, Diff Manchester), Bipolar (AMI), Block Coding (4B/5B), PCM &amp; DM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4.4.1 Line Coding Design Criteria &amp;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M4.4 LINE CODING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Line Coding Definition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process of converting a sequence of digital bits (1s and 0s) into a discrete electrical/optical signal waveform for baseband transmission.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Key Line Coding Design Criteria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**Signal Level vs Data Level**: Number of voltage states ($L$) vs bit values. \n 2. **DC Component**: Frequencies around 0 Hz create heat, cannot pass through transformers/capacitors, and waste transmitter power. Desirable = Zero DC. \n 3. **Self-Synchronization**: Signal transitions (edges) must allow receiver clock to synchronize timing, especially during long strings of consecutive 0s or 1s. \n 4. **Baseline Wander**: Running average of signal voltage must remain constant to maintain accurate decision slicing threshold. \n 5. **Error Detection**: Built-in coding violations indicate physical link errors.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Pulse Code Modulation (PCM)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Digitizes analog signals in 3 steps: 1. **Sampling** (Nyquist Rate $f_s \ge 2 f_{max}$), 2. **Quantization** (approximates sample amplitudes to discrete levels; introduces Quantization Error), 3. **Encoding** (maps quantized levels into $n$-bit binary codewords: Bit Rate $= n \times f_s$).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Line Coding Goals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Eliminate DC components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Provide self-synchronization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Prevent baseline wander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Minimize bandwidth needs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PCM: Sample -&gt; Quantize -&gt; Encode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4.4.2 Major Line Coding Schemes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M4.4 SCHEMES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Unipolar &amp; Polar NRZ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Unipolar NRZ: Bit 1 = Positive voltage $+V$, Bit 0 = Zero 0V. Severe DC component; no synchronization on long 0s/1s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Polar NRZ-L (Level): Bit 1 = Negative $-V$, Bit 0 = Positive $+V$. Sensitive to polarity inversion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Polar NRZ-I (Invert): Bit 1 = Transition at start of bit interval; Bit 0 = No transition. Immune to polarity inversion, but fails on consecutive 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3832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Biphase: Manchester &amp; Differential Manchester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Manchester (IEEE 802.3): Mid-bit transition: Bit 1 = High-to-Low transition; Bit 0 = Low-to-High transition. Perfect clock synchronization and Zero DC component, but doubles bandwidth requirement ($2 \times$ baud rate)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Differential Manchester (Token Ring): Always transitions in the middle for clocking. Bit 0 = Transition at start of bit interval; Bit 1 = No transition at start. Highly robust against wire twists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3832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D97706"/>
                </a:solidFill>
              </a:defRPr>
            </a:pPr>
            <a:r>
              <a:t>Bipolar AMI &amp; Multilevel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Bipolar AMI: Bit 0 = Zero 0V; Bit 1 = Alternating positive $+V$ and negative $-V$. Zero DC component, low bandwidth, but loses sync on long 0s (solved via B8ZS/HDB3 scrambling)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Digital Transmission &amp; Line 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Draw the line coding waveforms for the bit stream `10110001` using: (a) Unipolar NRZ, (b) NRZ-L, (c) NRZ-I, (d) Manchester, (e) Differential Manchester, (f) Bipolar AMI. (9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Pulse Code Modulation (PCM) with Sampling Theorem ($f_s \ge 2f_{max}$), Quantization, and Encoding.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the DC component problem and baseline wander in digital transmission?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Manchester coding guarantees a transition in every single bit cell for foolproof clock synchronization.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Differential Manchester transitions at the start for bit 0, and has no start transition for bit 1.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PCM digitizes voice signals at 8000 samples/sec $\times$ 8 bits/sample = 64 kbps (standard DS0 channel).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