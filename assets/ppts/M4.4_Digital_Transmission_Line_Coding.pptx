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Digital Transmission: Line Coding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Baseband Transmission, Unipolar, Polar (NRZ-L, NRZ-I), Biphase (Manchester, Differential Manchester), Bipolar AMI &amp; Block Codes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4.4.1 NRZ vs Biphase Manchester Line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LINE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NRZ (Non-Return-to-Zero)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NRZ-L (Level): Bit 0 = Positive voltage $+V$; Bit 1 = Negative voltage $-V$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NRZ-I (Invert): Bit 1 = Transition at bit beginning; Bit 0 = No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Significant DC component; baseline wander; loss of synchronization on consecutive 0s or 1s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Bandwidth: Low bandwidth ($B = N / 2$)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Manchester &amp; Differential Manchester (Self-Clocking)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Manchester (IEEE 802.3): Bit 0 = High-to-Low mid-bit transition; Bit 1 = Low-to-High mid-bit transition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Diff Manchester (802.5): Always mid-bit transition for clocking. Bit 0 = Transition at bit start; Bit 1 = No transition at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Advantage: Guaranteed mid-bit transition gives perfect receiver clock synchronization and ZERO DC bias!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Drawback: Requires DOUBLE bandwidth ($B = N$)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4.4.2 Bipolar AMI, Block Coding &amp; Scrambling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M4.4 BIPOLAR &amp; BLOCK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Bipolar AMI (Alternate Mark Inversion)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Bit 0 = Zero volts ($0\text{V}$). Bit 1 = Alternating positive ($+V$) and negative ($-V$) voltages. Eliminates DC component entirely; provides basic error detection (violating polarity rule = error).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Loss of Sync on Zeros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Long strings of consecutive 0s produce continuous $0\text{V}$, causing receiver clock drift.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Scrambling (B8ZS &amp; HDB3)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B8ZS (North America T1): Replaces eight consecutive 0s with `000VB0VB` (where V=Bipolar Violation, B=Bipolar Rule). HDB3 (Europe E1): Replaces four consecutive 0s with `000V` or `B00V`.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Block Coding (4B/5B &amp; 8B/10B)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4-bit data nibbles into 5-bit codewords ensuring no more than three consecutive 0s ever occur, which are then transmitted using NRZ-I (Used in 100BASE-TX Fast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Line Coding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NRZ: Simple, DC bias issue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Manchester: 802.3, self-clocking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AMI: Alternates +V/-V on 1s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B8ZS/HDB3: Scrambles long 0s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4B/5B: Guarantees clock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