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M4.5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Analog Transmission &amp; Bandwidth Utilization (Multiplexing)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Digital-to-Analog Modulation (ASK, FSK, PSK, QAM), Multiplexing Techniques (FDM, WDM, Synchronous vs Statistical TDM), Spread Spectrum (FHSS, DSSS)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4.5.1 Digital Modulation Schemes: ASK vs FSK vs PSK vs QAM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 MODULATION 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ASK, FSK &amp; PSK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ASK (Amplitude Shift Keying / BASK): Bit 1 = High amplitude carrier $A_1 \cos(2\pi f_c t)$; Bit 0 = Low amplitude $A_2$ (or 0 in OOK). Susceptible to noise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FSK (Frequency Shift Keying / BFSK): Bit 1 = Frequency $f_1$; Bit 0 = Frequency $f_2$. Robust against amplitude noise; requires higher bandwidth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PSK (Phase Shift Keying / BPSK &amp; QPSK): BPSK: Bit 1 = $0^\circ$ phase, Bit 0 = $180^\circ$ phase. QPSK: 2 bits per baud ($00, 01, 10, 11$) using 4 orthogonal phases ($45^\circ, 135^\circ, 225^\circ, 315^\circ$)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QAM (Quadrature Amplitude Modulation)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Concept: Combines Amplitude Modulation (ASK) and Phase Modulation (PSK) simultaneously to maximize spectral efficiency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16-QAM &amp; 64-QAM: 16-QAM encodes 4 bits/symbol ($2^4 = 16$ constellation points); 64-QAM encodes 6 bits/symbol; 256-QAM encodes 8 bits/symbol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Constellation Diagrams: Visualizes constellation constellation points in In-Phase ($I$) and Quadrature ($Q$) 2D plane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Applications: Wi-Fi (802.11ac/ax), 4G/5G LTE, Cable modems (DOCSIS)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4.5.2 Multiplexing: FDM vs WDM vs Synchronous TDM vs Statistical TDM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 MULTIPLEXING TAXONOMY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Frequency &amp; Optical Multiplexing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FDM (Frequency-Division Multiplexing): Divides total analog bandwidth into distinct frequency channels separated by **Guard Bands** (e.g., FM radio, cable TV)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WDM (Wavelength-Division Multiplexing): Optical analog of FDM. Combines multiple laser light beams of different wavelengths (e.g., 1550 nm, 1310 nm) onto a single optical fiber using diffraction prisms. DWDM handles 80+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Time-Division Multiplexing (TDM)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Synchronous TDM: Time divided into fixed recurring frames containing dedicated slots allocated round-robin to each input line. Slot wasted if an input line is idle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Statistical TDM (Asynchronous): Dynamically allocates time slots **on demand** only to active lines transmitting data. Eliminates idle slot waste by adding channel address headers to each slot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Analog Transmission &amp; Multiplexing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Quadrature Amplitude Modulation (QAM) and draw the constellation diagrams for 4-QAM and 16-QAM.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Synchronous TDM and Statistical TDM with framing and slot allocation diagrams.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Spread Spectrum techniques: Frequency Hopping Spread Spectrum (FHSS) vs Direct Sequence Spread Spectrum (DSSS).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QAM modulates both amplitude and phase to pack multiple bits into a single baud symbol.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FDM shares bandwidth in frequency; TDM shares bandwidth in time slots.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Statistical TDM dynamically allocates slots on demand, achieving much higher link utilization than Synchronous TDM.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