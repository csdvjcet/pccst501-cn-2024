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4 • M4.5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Analog Transmission &amp; Bandwidth Utilization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Digital-to-Analog Modulation (ASK, FSK, PSK, QAM), Multiplexing Techniques: FDM, WDM, Synchronous TDM &amp; Statistical TDM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4.5.1 Digital-to-Analog Modulation 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M4.5 MODULATION METHODS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Basic Shift Keying (ASK, FSK, PSK)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ASK (Amplitude Shift Keying): Varies carrier amplitude: Bit 1 = High amplitude $A_1$; Bit 0 = Low amplitude $A_2$ (or 0 in OOK). Susceptible to noise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FSK (Frequency Shift Keying): Varies carrier frequency: Bit 1 = Frequency $f_1$; Bit 0 = Frequency $f_2$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BPSK (Binary Phase Shift Keying): Varies carrier phase: Bit 0 = $0^\circ$ phase; Bit 1 = $180^\circ$ phase. Highly robust against noise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QPSK (Quadrature PSK): Uses 4 phase angles ($45^\circ, 135^\circ, 225^\circ, 315^\circ$) to transmit 2 bits per signal baud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QAM (Quadrature Amplitude Modulation)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Concept: Combines Amplitude Shift Keying and Phase Shift Keying to pack multiple bits per baud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16-QAM: 16 constellation points $\implies 4 \text{ bits per baud}$ ($2^4 = 16$)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64-QAM / 256-QAM: 64 points (6 bits/baud) / 256 points (8 bits/baud); used in modern 4G/5G, Wi-Fi 6, and cable modems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Bandwidth Efficiency: Achieves massive bit rates over narrow RF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4.5.2 Multiplexing: FDM, WDM &amp; Time Division Multiplexing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M4.5 MULTIPLEXING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Bandwidth Utilization Goal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Combine multiple low-speed incoming data channels over a single high-capacity physical link.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Frequency Division Multiplexing (FDM)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Analog technique. Divides total link bandwidth into separate non-overlapping frequency carrier bands separated by Guard Bands (Used in Radio, Cable TV, ADSL).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Wavelength Division Multiplexing (WDM / DWDM)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Optical multiplexing over fiber. Multiplexes multiple laser beams of different light wavelengths (colors) into a single fiber strand (Dense WDM carries $&gt; 80$ channels of 100 Gbps each).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Synchronous Time Division Multiplexing (TDM)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Digital technique. Time divided into recurring frames; each frame contains fixed time slots pre-assigned to each input channel. Flaw: Wastes bandwidth if a channel has no data to send (idle slots).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Statistical TDM (Asynchronous TDM)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Time slots allocated dynamically on-demand only to active input channels carrying data. Eliminates wasted idle slots, dramatically increasing link utilization.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Multiplexing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FDM: Analog frequency bands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WDM: Optical wavelengths in fiber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Sync TDM: Fixed pre-assigned slots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Stat TDM: Dynamic on-demand slots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Guard Bands: Prevent interference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