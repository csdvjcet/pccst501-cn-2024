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M4.6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Physical Transmission Media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Guided Media (Twisted Pair UTP/STP, Coaxial Cable, Fiber Optics SMF/MMF), Unguided Wireless (Radio Waves, Microwaves, Infrared)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4.6.1 Guided Media: Twisted Pair vs Coaxial vs Optical Fiber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GUIDED 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Twisted-Pair &amp; Coaxial Cable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Twisted-Pair (UTP / STP): Two insulated copper wires twisted together to cancel electromagnetic interference (crosstalk). Cat 5e (100 MHz, 1 Gbps), Cat 6 (250 MHz, 10 Gbps up to 55m), Cat 6a (500 MHz, 10 Gbps 100m). Terminated with RJ-45 connectors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Coaxial Cable: Central copper core surrounded by dielectric insulator, metallic braided shield, and outer jacket. 10Base5 (Thicknet, 500m), 10Base2 (Thinnet, 185m), RG-59 (Cable TV). Terminated with BNC connectors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Optical Fiber (Total Internal Reflection)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Physics Principle: Light pulses propagate via Total Internal Reflection inside glass core (refractive index $n_1$) surrounded by cladding ($n_2 &lt; n_1$) when incident angle exceeds critical angle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Step-Index: Multiple light rays reflect abruptly at core-cladding boundary; causes modal dispersion (short distances)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Multimode Graded-Index: Core refractive index decreases gradually outward; light rays curve smoothly, reducing modal dispersion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Single-Mode Fiber (SMF): Ultra-narrow core (8-10 $\mu$m); single light ray propagates straight; zero modal dispersion; enables 100+ km long-haul backbone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4.6.2 Unguided Media: Wireless Electromagnetic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 UNGUIDED WIRELESS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Radio Waves (3 kHz to 1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Omnidirectional radiation pattern (transmitting antenna broadcasts signals in all directions). Penetrates physical walls effortlessly. Subject to multi-path interference. Used in AM/FM radio and cordless phones.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Microwaves (1 GHz to 300 GHz)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Unidirectional, Line-of-Sight propagation. Focused beam using parabolic dish or horn antennas. Cannot penetrate solid obstacles (walls, hills). Used in cellular networks, satellite communications, and GPS.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Infrared Waves (300 GHz to 400 THz)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High-frequency, short-range line-of-sight communication. Completely blocked by walls and solid obstacles (ensures indoor security without room-to-room interference). Used in TV remote controls and IrDA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Wireless Spectrum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Radio: Omnidirectional (Wall penetration)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Microwaves: Line-of-sight (Dish antenna)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Infrared: Short range (Blocked by walls)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Satellite: Geosynchronous (36,000 km)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Fiber: Total Internal 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Transmission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Step-Index Multimode, Graded-Index Multimode, and Single-Mode optical fibers with refractive index profiles and light propagation paths.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Twisted-Pair Cable, Coaxial Cable, and Optical Fiber across bandwidth, attenuation, EMI immunity, and cost.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Radio waves, Microwaves, and Infrared wireless media.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Optical fibers provide immense bandwidth, zero EMI susceptibility, and ultra-low attenuation.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Single-mode fiber eliminates modal dispersion for high-speed long-distance backbones.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Microwaves require line-of-sight parabolic antennas; Infrared is safely contained by room walls.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