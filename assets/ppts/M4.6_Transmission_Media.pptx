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Transmission Media (Guided &amp; Unguided)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Guided Media (Twisted Pair UTP/STP, Coaxial, Optical Fiber Single/Multi-mode TIR), Unguided Wireless &amp; Satellite Orbits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4.6.1 Guided Transmission Media: Copper vs Optical Fiber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M4.6 GUIDED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Twisted Pair &amp; Coaxial Cable (Copper)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Unshielded Twisted Pair (UTP): Pairs twisted to cancel electromagnetic interference (EMI) and crosstalk. Cat 5e (1 Gbps / 100m), Cat 6/6A (10 Gbps / 55-100m). RJ-45 connector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Shielded Twisted Pair (STP): Metal foil braid per pair for harsh industrial environments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Coaxial Cable: Central copper conductor surrounded by dielectric insulation, metallic braided shield, and jacket. 50$\Omega$ Baseband / 75$\Omega$ Broadband Cable TV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Optical Fiber (Glass / Silica Core)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Propagation Principle: Total Internal Reflection (TIR) when light angle exceeds critical angle (Core refractive index $n_1 &gt;$ Cladding $n_2$)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Step-Index vs Graded-Index: Step-Index: Constant core index. Graded-Index: Parabolic index profile reduces modal dispersion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Single-Mode Fiber (SMF): Tiny core (8-10 $\mu$m); zero modal dispersion; laser source; reach &gt; 40 km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Multi-Mode Fiber (MMF): Larger core (50-62.5 $\mu$m); LED source; short reach (&lt; 2 km) inside LANs/data centers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Immense Advantages: Immense bandwidth, zero electromagnetic interference (EMI), complete electrical isolation, low attenuation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4.6.2 Unguided Media (Wireless) &amp; Satellite Orbits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M4.6 UNGUIDED &amp; SATELLITES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Radio Waves (3 kHz to 1 GHz)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Omnidirectional propagation (signals travel in all directions). Penetrates building walls easily. Used for AM/FM radio, cordless phones, and VHF television.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Microwaves (1 GHz to 300 GHz)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Directional line-of-sight propagation using parabolic dish antennas. Cannot penetrate walls effectively; subject to rain attenuation (Used for terrestrial towers, radar, satellite).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Infrared (300 GHz to 400 THz)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High-frequency line-of-sight; cannot penetrate solid walls (prevents eavesdropping). Used for short-range TV remotes and wireless peripherals.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Geostationary Earth Orbit (GEO ~35,786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Orbital period matches Earth's rotation (24 hrs); fixed position above equator. High propagation delay (~250 ms one-way RTT $\approx 500$ ms).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Medium Earth Orbit (MEO ~2,000 to 20,000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by GPS constellations (24 satellites at ~20,200 km).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Low Earth Orbit (LEO ~500 to 1,500 km)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Low propagation delay (~20-40 ms RTT); requires mega-constellations of thousands of satellites (e.g. Starlink, OneWeb).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Satellite Orbits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GEO: 35,786 km (High delay ~500ms)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MEO: 20,200 km (GPS navigation)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LEO: 500-1500 km (Low latency broadband)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CO5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