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82880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F59E0B"/>
                </a:solidFill>
              </a:defRPr>
            </a:pPr>
            <a:r>
              <a:t>PCCST501 COMPUTER NETWORKS | MODULE 1</a:t>
            </a:r>
          </a:p>
          <a:p>
            <a:pPr>
              <a:spcAft>
                <a:spcPts val="2000"/>
              </a:spcAft>
              <a:defRPr b="1" sz="3800">
                <a:solidFill>
                  <a:srgbClr val="F8FAFC"/>
                </a:solidFill>
              </a:defRPr>
            </a:pPr>
            <a:r>
              <a:t>Overview of Internet &amp; Application Layer</a:t>
            </a:r>
          </a:p>
          <a:p>
            <a:pPr>
              <a:spcAft>
                <a:spcPts val="2400"/>
              </a:spcAft>
              <a:defRPr sz="2000">
                <a:solidFill>
                  <a:srgbClr val="94A3B8"/>
                </a:solidFill>
              </a:defRPr>
            </a:pPr>
            <a:r>
              <a:t>Architecture, Protocol Layering, HTTP, FTP, Email, DNS &amp; BitTorrent P2P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Prof. Anju Markose | Assistant Professor, Dept. of CSE | VJCET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1.1 Overview of the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Edge: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End systems, hosts (clients &amp; servers) running distributed applications.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Core: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Interconnected mesh of routers and packet switches forwarding data packets.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Packet Switching vs Circuit Switching: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Statistical multiplexing on-demand vs dedicated physical circuit reservation.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Transmission Delay &amp; Propagation Delay: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Transmission = L / R (packet length / link rate); Propagation = d / s (distance / wave speed).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Packet Loss &amp; Throughput: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Queue overflow in router buffers causes loss; bottleneck link determines end-to-end throughput.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Key Takeaway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Internet is a 'Network of Networks'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Statistical multiplexing optimizes link utilization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Total Delay = Proc + Queue + Trans + Prop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1.2 Protocol Layering &amp; OSI / TCP-IP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Layering Principle: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Modular design where each layer provides a well-defined service to the layer above.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OSI 7-Layer Reference Model: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Application, Presentation, Session, Transport, Network, Data Link, Physical.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TCP/IP 5-Layer Internet Model: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Application, Transport, Network, Data Link, Physical.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Encapsulation &amp; Decapsulation: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Headers and trailers added as data moves down (Data -&gt; Segment -&gt; Packet -&gt; Frame -&gt; Bits).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Protocol Data Units (PDU):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Message (L5), Segment (L4), Datagram/Packet (L3), Frame (L2), Bit stream (L1).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Comparison Summary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OSI: Strict conceptual model with Session &amp; Presentation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TCP/IP: Practical implementation architecture of the Internet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Encapsulation preserves abstraction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1.3 Application Layer Paradigms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Client-Server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Always-on host (server) serves requests from many intermittent hosts (clients). E.g. Web, FTP.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Peer-to-Peer (P2P)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Direct communication between arbitrary end systems (peers) with self-scalability. E.g. BitTorrent.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Application Layer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Define message types (request/response), syntax, semantics, and rules for sending/handling.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Transport Services Needed: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Data integrity (reliable transfer), throughput (bandwidth guarantees), timing (low latency), security.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Paradigm Contrast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Client-Server: Centralized control, server bottleneck potential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P2P: Highly scalable, decentralized, complex churn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1.4 World Wide Web &amp;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HTTP Basics: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HyperText Transfer Protocol running over TCP (Port 80 default, 443 HTTPS). Stateless protocol.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Non-Persistent vs Persistent HTTP: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Non-persistent: 1 TCP connection per object (2 RTT per object). Persistent (HTTP 1.1): multiple objects over single connection.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HTTP Methods: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GET (retrieve), POST (submit form data), HEAD (headers only), PUT (upload/replace), DELETE (remove).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Status Codes: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200 OK, 301 Moved Permanently, 304 Not Modified, 400 Bad Request, 404 Not Found, 500 Internal Server Error.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Cookies &amp; Web Caching: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Cookies maintain session state on top of stateless HTTP; Proxy servers cache content to reduce latency.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HTTP Evolution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HTTP/1.0: Non-persistent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HTTP/1.1: Persistent + Pipelining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HTTP/2: Binary framing, Multiplexing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HTTP/3: UDP (QUIC based)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1.5 File Transfer Protocol (FTP)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Dual Connection Model: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Uses two separate parallel TCP connections: Control connection (Port 21) &amp; Data connection (Port 20).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Out-of-Band Control: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Control information (commands/replies) sent over a separate connection, not interleaved with data.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Stateful Protocol: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FTP server maintains client state (current working directory, auth session).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Active vs Passive Mode: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Active: Client listens on port, server connects. Passive (PASV): Server opens port, client connects (firewall friendly).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FTP Commands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USER, PASS: Authentication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LIST: Directory listing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RETR: Retrieve / download file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STOR: Store / upload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1.6 Electronic Mail (SMTP, POP3, IMAP, MIME)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Email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User Agents (Mail Readers), Mail Servers (Spools &amp; Mailboxes), Simple Mail Transfer Protocol (SMTP).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SMTP (Port 25/587):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Push protocol between mail servers. Uses direct TCP connection, ASCII command/response format.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Mail Access Protocols (Pull):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POP3 (Port 110, download &amp; delete/keep, stateless), IMAP4 (Port 143, maintains folders/state across devices).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MIME Extension: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Multipurpose Internet Mail Extensions: allows non-ASCII multimedia content via base64/quoted-printable encoding.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Push vs Pull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Sender UA -&gt; Sender Server: SMTP (Push)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Sender Server -&gt; Recipient Server: SMTP (Push)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Recipient Server -&gt; Recipient UA: POP3/IMAP (Pull)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1.7 Domain Name System (DNS)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Role of DNS: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Distributed database mapping human-readable hostnames to 32-bit/128-bit IP addresses (Port 53 UDP/TCP).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Hierarchical Namespace: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Root DNS Servers -&gt; Top-Level Domain (TLD: .com, .edu, .in) -&gt; Authoritative DNS Servers.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Resolution Mechanisms: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Recursive Resolution (Local DNS resolver does entire query tree) vs Iterative Resolution (referrals returned).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DNS Resource Records (RR):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Format: (Name, Value, Type, TTL). Type A (IPv4), AAAA (IPv6), NS (Name Server), CNAME (Alias), MX (Mail Exchange).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DNS Caching: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Resolvers cache RR mappings to drastically reduce latency and root server load.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Key DNS Records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A: hostname -&gt; IPv4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AAAA: hostname -&gt; IPv6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CNAME: alias -&gt; canonical name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MX: domain -&gt; mail server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NS: domain -&gt; authoritative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1.8 Peer-to-Peer Paradigm &amp; BitTorrent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Self-Scalability in P2P: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Each peer adds download demand AND upload capacity, allowing distribution time to remain bounded.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BitTorrent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File split into equal chunks (256 KB). Peers join a 'swarm' coordinated by a 'tracker' (or DHT).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Rarest First Selection: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Peers request rarest chunks among neighbors first to maximize chunk diversity across the swarm.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Tit-for-Tat Choking Algorithm: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Peers unchoke top 4 uploaders contributing at highest rates; Optimistic Unchoking explores new peers every 30s.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BitTorrent Highlights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Tracker: Coordinates peer list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Torrent: Metadata descriptor file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Rarest First: Prevents bottleneck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Tit-for-Tat: Incentivizes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