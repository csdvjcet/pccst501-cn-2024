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COMPLETE • MODULE 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Transport &amp; Network Layers with Linux Kernel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Master Deck (M2.1.1 to M2.3)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Transport Layer Services &amp; Principles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Process-to-Process Logical Communication, Port Addressing Hierarchy, Multiplexing &amp; Demultiplexing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2.1.1.1 Transport Layer Role &amp; Port Addressing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M2.1.1 TL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Process-to-Process Delivery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While the Network Layer provides host-to-host delivery between IP addresses, the Transport Layer provides logical communication between application processes running on those hosts.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16-Bit Port Numbers (0 to 65535)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to identify specific application processes running on an operating system.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Well-Known Ports (0 - 1023)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by IANA for standard server services (e.g., HTTP: 80, HTTPS: 443, FTP: 21, SSH: 22, DNS: 53, SMTP: 25). Requires root/admin privilege to bind.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Registered Ports (1024 - 49151)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by vendor applications (e.g. MySQL: 3306, PostgreSQL: 5432, Redis: 6379).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Dynamic / Ephemeral Ports (49152 - 65535)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automatically by the client operating system kernel for short-lived client-side connection endpoints.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Port Ranges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Well-Known: 0 to 1023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Registered: 1024 to 49151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Dynamic/Private: 49152 to 65535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Socket = IP Address + Port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2.1.1.2 Multiplexing &amp; Demultiplexing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M2.1.1 MUX &amp; DEMUX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Connectionless Demux (UDP)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Identifier: 2-Tuple: `(Destination IP, Destination Port)`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Behavior: Packets from different source IPs/Ports targeting the same Dest IP/Port go to the SAME socket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Lightweight, zero connection state maintained by kernel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 Case: DNS queries, SNMP traps, video broadcasting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Connection-Oriented Demux (TCP)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Identifier: 4-Tuple: `(Src IP, Src Port, Dst IP, Dst Port)`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Behavior: Each concurrent client connection gets a UNIQUE dedicated socket returned by `accept()`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Kernel maintains dedicated buffers &amp; state variables per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 Case: Web browsing, secure shell, file transfers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User Datagram Protocol (UDP)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Connectionless Transport, 8-Byte Minimal Header, 1's Complement Checksum Calculation with Pseudo-Header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2.1.2.1 UDP Characteristics &amp; 8-Byte Header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M2.1.2 UDP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Core Characteristics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Connectionless, unreliable, best-effort message-oriented service. No handshaking delay, no congestion control throttling, minimal header overhead.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Source Port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Identifies sending process (optional; set to 0 if no reply expected).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Destination Port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Identifies receiving application process on target host.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Length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length of UDP datagram in bytes (Header [8 bytes] + Payload). Minimum value is 8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Checksum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for error detection across pseudo-header, UDP header, and payload. Optional in IPv4 (0 if unused), mandatory in IPv6.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UDP Header (8 Bytes)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0-15: Source Port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16-31: Destination Port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32-47: Total Length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48-63: Checksum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Followed immediately by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2.1.2.2 UDP Checksum Calculation with Pseudo-Header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M2.1.2 UDP CHECKSUM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Pseudo-Header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detect misrouted packets, UDP computes checksum over a 12-byte temporary IP Pseudo-Header + 8-byte UDP header + payload.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Pseudo-Header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Source IP (32b), Destination IP (32b), All Zeros (8b), Protocol Number (8b: `17` for UDP), UDP Length (16b).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1's Complement Addition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Data divided into 16-bit words. All 16-bit words are added together using 1's complement arithmetic (any carry-out bit is wrapped around and added back to LSB).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Checksum Inversion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bitwise NOT (1's complement inverse) of the final sum is placed into the Checksum field.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Receiver Verification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sums all 16-bit words (including the checksum). If no errors occurred, the resulting 16-bit sum MUST be all 1s (`0xFFFF`).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Checksum Algorithm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Pad odd payload with 0x00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Add 16-bit words with carry wrap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Checksum = ~Sum (bitwise NOT)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Receiver Sum + Checksum = 0xFFFF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5. If not 0xFFFF -&gt; Packet Corrupted!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Transmission Control Protocol (TCP)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Stream-Oriented Full-Duplex Model, TCP Segment Header, 3-Way Handshake Connection Setup &amp; 4-Way Teardown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2.1.3.1 TCP Characteristics &amp; Segment Header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M2.1.3 TCP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TCP Characteristics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Connection-oriented, reliable byte-stream, full-duplex, point-to-point, flow-controlled, congestion-controlled.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Sequence Number (32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Byte-stream number of the first data byte in this segment (relative to Initial Sequence Number ISN).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Acknowledgment Number (32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Cumulative ACK: The next byte number the sender expects to receive. Acknowledges all prior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Header Length / Data Offset (4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Specifies header length in 32-bit (4-byte) words (Range: 5 to 15 words = 20 to 60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Control Flags (6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URG (Urgent pointer valid), ACK (Ack number valid), PSH (Push data immediately), RST (Reset connection), SYN (Synchronize sequence numbers during handshake), FIN (Terminate connection).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 Window `rwnd`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Number of bytes receiver is willing to accept (Flow Control).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Header Breakdown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20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Options: 40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Total Header: 20 to 60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Seq No: Byte-level tracking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Ack No: Cumulative next-expected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2.1.3.2 Connection Lifecycle: 3-Way Handshake &amp; 4-Way Teardown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M2.1.3 HANDSHAKES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3-Way Handshake (Establishment)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 (Client -&gt; Server): SYN=1, ACK=0, Seq = client_isn (Requests connection)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 (Server -&gt; Client): SYN=1, ACK=1, Seq = server_isn, Ack = client_isn + 1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 (Client -&gt; Server): SYN=0, ACK=1, Seq = client_isn + 1, Ack = server_isn + 1 (May piggyback payload)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SYN Flood Defense: SYN Cookies avoid pre-allocating TCB state before 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4-Way Handshake (Termination)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 (Client -&gt; Server): FIN=1, Seq = u (Client enters FIN_WAIT_1)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 (Server -&gt; Client): ACK=1, Ack = u + 1 (Server enters CLOSE_WAIT; Client enters FIN_WAIT_2)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 (Server -&gt; Client): FIN=1, Seq = w (Server enters LAST_ACK)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4 (Client -&gt; Server): ACK=1, Ack = w + 1 (Client enters TIME_WAIT for 2MSL = 2 minutes)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TCP Flow &amp; Congestion Control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Sliding Window Flow Control, rwnd vs cwnd, Slow Start, AIMD, Fast Retransmit, Fast Recovery &amp; Tahoe vs Reno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2.1.4.1 Flow Control &amp; Sliding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FLOW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Flow Control Goal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Prevents a fast sender from overflowing the receive buffer of a slow receiver.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Sliding Window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advertises its available buffer space in the `Receive Window (rwnd)` header field: $rwnd = RcvBuffer - (LastByteRcvd - LastByteRead)$.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Sender Constraint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ensures unacknowledged inflight bytes never exceed $rwnd$: $LastByteSent - LastByteAcked \le rwnd$.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Zero-Window Probing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$rwnd = 0$, sender pauses data but periodically sends 1-byte probe segments to trigger receiver window update advertisements.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Silly Window Syndrome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sends tiny packets (1 byte payload + 40B header) or receiver advertises tiny buffer. Solved by Nagle's Algorithm (sender buffering) and Clark's Solution (receiver delays advertising until MSS space free).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Flow Control Terms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rwnd: Receiver advertised window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Effective Win = min(cwnd, rwnd)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Nagle's: Buffers small packets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Clark's: Avoids advertising tiny rwnd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2.1.4.2 Congestion Control: Slow Start &amp; AIMD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CONGESTION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Congestion Window (`cwnd`)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Dynamic limit on unacknowledged bytes maintained by sender based on perceived network congestion. Max unacked data $= \min(cwnd, rwnd)$.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Slow Start Phase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Begins with $cwnd = 1 \text{ MSS}$. cwnd increases by 1 MSS for every ACK received $\implies$ cwnd DOUBLES every Round Trip Time (RTT) [Exponential Growth]. Continues until $cwnd \ge ssthresh$ (slow start threshold).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Congestion Avoidance (AIMD)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Additive Increase: $cwnd$ increases by 1 MSS per RTT (linear growth) to probe for bandwidth safely.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Multiplicative Decrease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On congestion detection, sender throttles transmission rate aggressively by halving the threshold: $ssthresh = cwnd / 2$.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Congestion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Slow Start: cwnd *= 2 per RTT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Congestion Avoidance: cwnd += 1 MSS/RTT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Threshold on Loss: ssthresh = cwnd /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2.1.4.3 Loss Recovery: TCP Tahoe vs TCP Reno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TAHOE VS RENO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TCP Tahoe (Legacy)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Timeout Loss: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 Duplicate ACKs: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Retransmit: Retransmits lost packet immediately upon 3rd duplicate ACK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Recovery: NOT supported (always drops cwnd to 1 MSS)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TCP Reno (Modern Standard)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Timeout Loss: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 Duplicate ACKs: ssthresh = cwnd / 2; cwnd = ssthresh + 3 MSS; Enters Fast Recovery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Retransmit: Retransmits lost segment without waiting for retransmission timer expiry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Recovery: Avoids dropping to 1 MSS; increments cwnd on dup ACKs and returns to Congestion Avoidance upon new 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Berkeley Socket API &amp; I/O Multiplexing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Socket System Call Lifecycle, TCP/UDP Client-Server Code Architecture, I/O Multiplexing with select() and poll()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2.1.5.1 TCP vs UDP Socket API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M2.1.5 SOCKET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TCP Socket Flow (Stream)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Sequence: `socket()` $\to$ `bind()` $\to$ `listen()` $\to$ `accept()` $\to$ `read()`/`write()`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Sequence: `socket()` $\to$ `connect()` $\to$ `write()`/`read()`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`listen(sockfd, backlog)`: Prepares socket for incoming connections with connection backlog queue limit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`accept()`: Blocks until connection arrives; returns NEW connected socket descriptor for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UDP Socket Flow (Datagram)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Sequence: `socket()` $\to$ `bind()` $\to$ `recvfrom()` $\to$ `sendto()`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Sequence: `socket()` $\to$ `sendto()` $\to$ `recvfrom()`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Connectionless: No `listen()`, `connect()`, or `accept()` required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`recvfrom()` / `sendto()`: Takes explicit destination `sockaddr_in` struct on every 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2.1.5.2 I/O Multiplexing: select() &amp; poll()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M2.1.5 IO MULTIPLEXING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Motivation for I/O Multiplexing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a single-threaded server process to monitor multiple active file/socket descriptors simultaneously without blocking on any single socket or spawning thousands of threads.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`select()` System Call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 select(int maxfdp1, fd_set *readfds, fd_set *writefds, fd_set *exceptfds, struct timeval *timeout)`.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`fd_set` Bitmask Operations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`FD_ZERO(&amp;set)`, `FD_SET(fd, &amp;set)`, `FD_CLR(fd, &amp;set)`, `FD_ISSET(fd, &amp;set)`. Limited by `FD_SETSIZE` (typically 1024 descriptors).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`poll()` System Call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 poll(struct pollfd fds[], nfds_t nfds, int timeout)`. Uses array of structures with event bitmasks (`POLLIN`, `POLLOUT`, `POLLERR`). Eliminates `FD_SETSIZE` descriptor limits.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Event Notification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Both calls block until one or more monitored descriptors become ready for I/O reading/writing, waking the main event loop.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select(): Bitmasks, 1024 limit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poll(): Array of structs, unlimited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Non-blocking server architecture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Foundation of modern event loops (epoll/nginx/node)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Layer Architecture &amp; Delivery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Host-to-Host Packet Delivery, Data Plane vs Control Plane, Forwarding vs Routing, Service Models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2.2.1.1 Network Layer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M2.2.1 FORWARDING VS ROUTING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Data Plane: Forwarding (Local)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Router's local action of transferring arriving packet from input port to correct output port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Timescale: Hardware nanoseconds / microseconds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Forwarding Table lookup using packet destination IP prefix matching (Longest Prefix Match)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Implementation: ASIC hardware / TCAM (Ternary Content Addressable Memory)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Control Plane: Routing (Network-Wide)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Network-wide logic determining end-to-end path taken by packets from source to destination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Timescale: Software milliseconds / seconds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Routing algorithms (OSPF, RIP, BGP) computing forwarding table entries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Approaches: Traditional distributed per-router control vs Software Defined Networking (SDN)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2.2.1.2 Network Layer Service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M2.2.1 SERVICE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Internet Service Model: Best-Effort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IP network layer makes no guarantees on packet delivery, no throughput guarantees, no delay bounds, and no in-order delivery assurance.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Why Best-Effort?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Simple, highly robust core network design. Intelligence and complexity (reliability, congestion control) pushed to the network edge (hosts/transport layer).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Datagram Networks (Internet)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Connectionless packet forwarding. Each packet carries destination IP address and is routed independently. Stateless routers.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Virtual Circuit Networks (ATM/X.25)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Connection-oriented network layer. Requires call setup, per-connection virtual circuit identifiers (VCIs), and stateful switches.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Core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Forwarding: Hardware packet switching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Routing: Path computation algorithms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Model: Best-effort datagrams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End-to-End Principle: Smart edge, simple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Network Layer Protocols: IPv4 &amp; Subnetting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IPv4 Header Format, Subnetting, CIDR Notation, VLSM, ARP, ICMP, DHCP &amp; NAT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2.2.2.1 IPv4 Datagram Header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IPV4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Base Header Length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20 to 60 bytes (minimum 20 bytes when options are absent).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Version (4b) &amp; IHL (4b)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Version 4; Internet Header Length (IHL) in 32-bit words (e.g. 5 = 20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of Service / DiffServ (8b)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QoS classification and Explicit Congestion Notification (ECN).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Total Length (16b)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length of datagram in bytes (Header + Payload). Max 65,535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Fragmentation Fields (32b)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Identification (16b: groups fragments), Flags (3b: Reserved, DF = Don't Fragment, MF = More Fragments), Fragment Offset (13b: measured in 8-byte units).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Time to Live (TTL - 8b)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Decremented by 1 at each router hop to prevent infinite routing loops. Dropped when TTL = 0 (triggers ICMP Time Exceeded).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Protocol (8b) &amp; Checksum (16b)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Protocol number: `6` for TCP, `17` for UDP, `1` for ICMP. Checksum verified over header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IPv4 Key Fields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20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TTL: Loop prevention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Protocol 6: TCP | 17: UDP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Offset: Measured in 8-byte blocks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DF=1: Drop if MTU exceeded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2.2.2.2 Subnetting, CIDR &amp; VLSM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SUBNETTING &amp; CIDR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Classless Inter-Domain Routing (CIDR)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Replaced Class A, B, C addressing. Format: `a.b.c.d/x`, where `/x` is the prefix length (network bits) and `32 - x` are host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Subnet Mask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32-bit value with `/x` contiguous 1s followed by `32 - x` zeros (e.g. `/24` = `255.255.255.0`).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Number of Usable Hosts Formula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hosts in subnet $= 2^{(32 - x)} - 2$ (Subtract 2 because all host bits 0 = Network Address, all host bits 1 = Directed Broadcast Address).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Subnet Splitting Formula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Borrowing $k$ bits from host portion creates $2^k$ new subnets, each with prefix length $x + k$.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Variable Length Subnet Masking (VLSM)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dividing an IP block into subnets of different sizes matching exact department host requirements, eliminating address wastage.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Subnet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Host Bits: h = 32 - prefix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Usable Hosts = 2^h - 2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New Subnets = 2^(borrowed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Network Addr: Host bits =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Broadcast Addr: Host bits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2.2.2.3 Auxiliary Network Layer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M2.2.2 AUXILIARY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Control &amp; Management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ARP (Address Resolution Protocol): Dynamically resolves 32-bit IP address to 48-bit MAC address using broadcast requests and unicast replies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ICMP (Internet Control Message Protocol): Used for error reporting (Destination Unreachable, TTL Expired) and network diagnostics (`ping` Echo, `traceroute`)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DHCP (Dynamic Host Configuration): DORA process (Discover, Offer, Request, ACK) dynamically leases IP, mask, default gateway, and DNS servers to booting hosts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Address Extension Protocols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NAT (Network Address Translation): Maps multiple private RFC 1918 IPs (`10.0.0.0/8`, `172.16.0.0/12`, `192.168.0.0/16`) to a single public IP using port multiplexing (NAPT/PAT)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NAT Translation Table: Maintains `(Private IP, Private Port) &lt;-&gt; (Public IP, NAT Assigned Port)` mappings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Unicast Routing Protocols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Distance Vector (Bellman-Ford, RIP, Count-to-Infinity), Link State (Dijkstra, OSPF) &amp; Path Vector (BGP)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2.2.3.1 Distance Vector vs Link State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ROUTING PARADIGMS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Distance Vector (Bellman-Ford / RIP)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Information Shared: Vector of least-cost distances to all destinations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Shared With: Only directly connected physical neighbors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Exchange Timing: Periodically (e.g. RIP every 30s) and on trigger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Convergence: Slow convergence; susceptible to routing loops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Algorithm: Bellman-Ford Equation: $D_x(y) = \min_v \{ c(x,v) + D_v(y) \}$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Link State (Dijkstra / OSPF)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Information Shared: Status and cost of directly connected links (LSAs)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Shared With: Flooded to ALL routers in entire network / area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Exchange Timing: Only when link state changes (event-driven)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Convergence: Rapid convergence; loop-free topology knowledge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Algorithm: Dijkstra's Shortest Path Tree computation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2.2.3.2 Count-to-Infinity &amp; Distance Vector Remedies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DV REMEDIES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Count-to-Infinity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a link fails, two routers can create a routing loop by continually updating each other with incrementing hop counts (e.g., $A \to B \to A \to \dots$).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1: Define Infinity as 16 (RIP)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Routing Information Protocol sets maximum hop metric to 15. A hop count of 16 means 'Unreachable', stopping infinite looping.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2: Split Horizon Rule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 router does NOT advertise a route back out the same interface through which it learned that route.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3: Poison Reverse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If router A routes traffic to destination X through neighbor B, router A advertises route to X back to B with metric = $\infty$ (16), preventing B from ever routing back to A.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Remedy 4: Triggered Updates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Routers send update messages immediately upon detecting a link failure rather than waiting for regular 30s timer.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RIP Protocol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Algorithm: Distance Vector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Metric: Hop count (Max 15)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Port: UDP 520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Periodic Timer: 30 seconds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Split Horizon + Poison Reverse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2.2.3.3 OSPF &amp; BGP Internet Routing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M2.2.3 OSPF &amp; BGP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Open Shortest Path First (OSPF)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Interior Gateway Protocol (IGP) based on Link State. Directly encapsulates in IP (Protocol 89). Supports authentication, equal-cost multi-path (ECMP), and Hierarchical Areas.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OSPF Area Hierarchy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Backbone Area (Area 0) connects non-backbone areas. Area Border Routers (ABRs) summarize routing between areas, limiting LSA flooding scale.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Border Gateway Protocol (BGP-4)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de-facto standard Inter-Autonomous System (Inter-AS / EGP) routing protocol connecting global ISPs over TCP (Port 179).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Path Vector Routing in BGP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BGP advertisements include full `AS-PATH` attribute (list of Autonomous System numbers traversed). Prevents loops by discarding routes containing router's own AS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Routing Matrix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RIP: Distance Vector (Hops &lt; 16)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OSPF: Link State (Cost/Bandwidth)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BGP: Path Vector (AS-PATH, Policy)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Intra-AS: OSPF, RIP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Inter-AS: BGP-4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Multicast Routing Protocols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Multicasting Fundamentals, IGMP Group Management, Source-Based Trees, Shared Trees, DVMRP, MOSPF &amp; PIM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2.2.4.1 Multicast Fundamentals &amp; IGMP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M2.2.4 MULTICAST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Multicast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One source sends data packets to multiple designated receivers belonging to a multicast group using a single Class D multicast address (`224.0.0.0/4`).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Internet Group Management Protocol (IGMP)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Operates between local hosts and their directly attached first-hop router. Enables hosts to join or leave multicast groups dynamically.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IGMP Message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Membership Query (router queries group members), Membership Report (host announces group join), Leave Group (host departs).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Source-Based Trees vs Group-Shared Trees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Source-Based: Builds a distinct shortest path tree rooted at each sender (e.g. DVMRP, MOSPF, PIM-DM). Shared Tree: All senders route traffic through a single central Rendezvous Point (RP) shared tree (e.g. PIM-SM).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Multicast Trees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Class D IPs: 224.0.0.0 - 239.255.255.255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IGMP: Host-to-Router signaling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Source Tree: Optimal delay per sender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Shared Tree: Less router memory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2.2.4.2 Multicast Routing Protocols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M2.2.4 MULTICAST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Dense-Mode Protocols (Flood &amp; Prune)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PIM-DM / DVMRP: Assumes multicast group members are densely distributed across almost every subnet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Reverse Path Forwarding (RPF): Accepts packet only if it arrives on interface used to reach the source IP; drops duplicates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Flood &amp; Prune: Floods initial traffic everywhere; routers with no active downstream members send 'Prune' messages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Grafting: Allows pruned branch to rejoin tree immediately when a new host joins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Sparse-Mode Protocols (Explicit Join)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PIM-SM: Assumes members are sparsely distributed across wide-area network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Rendezvous Point (RP): Core router where all sender sources register and receiver branches join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Explicit Join: Traffic only forwarded to subnets that explicitly sent IGMP/PIM Join messages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Scalability: Highly scalable for Internet-scale video broadcasting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Next Generation Internet Protocol (IPv6)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128-Bit Addressing, Fixed 40-Byte Base Header, Extension Headers Chain, SLAAC Autoconfiguration &amp; Migration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2.2.5.1 IPv6 Header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M2.2.5 IPV6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128-Bit Address Space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$2^{128} \approx 3.4 \times 10^{38}$ unique addresses (represented as 8 groups of 4 hex digits: `2001:0db8:85a3:0000:0000:8a2e:0370:7334`).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Fixed 40-Byte Base Header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Fixed length streamlines router processing in hardware ASICs (compared to variable 20-60B IPv4 header).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Key Header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Version (4b: 6), Traffic Class (8b: QoS DiffServ), Flow Label (20b: maintains flow context), Payload Length (16b), Next Header (8b: identifies upper layer protocol or next extension header), Hop Limit (8b: replaces TTL), Source Address (128b), Destination Address (128b).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Eliminated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Header Checksum (eliminated to boost speed; left to L2/L4), IHL (fixed at 40B), and Fragmentation fields (moved to optional Extension Headers).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IPv6 vs IPv4 Header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Address: 128-bit vs 32-bit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40B fixed vs 20-60B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Checksum: None vs 16-bit Header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Fragmentation: Source only vs Routers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 -&gt; Hop Limit (8 bits)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2.2.5.2 Extension Headers, SLAAC &amp; IPv6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M2.2.5 SLAAC &amp; TRANSITION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Extension Headers Chain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Daisy-chained via `Next Header` field: Hop-by-Hop Options $\to$ Routing $\to$ Fragment $\to$ Encapsulating Security Payload (ESP) $\to$ Authentication Header (AH) $\to$ TCP/UDP.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Stateless Address Autoconfiguration (SLAAC)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Host generates unique IPv6 address automatically using local link prefix advertised by router + modified EUI-64 MAC address (or randomized interface ID). No DHCP server required.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Dual-Stack Transition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Nodes implement both full IPv4 and IPv6 protocol stacks simultaneously, allowing seamless communication across both networks.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Tunneling (6in4 / 6to4 / Teredo)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IPv6 packets encapsulated as payload inside IPv4 packets to traverse legacy IPv4 routing backbones.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NAT64 / DNS64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Translates IPv6-only client requests to communicate directly with legacy IPv4-only web servers.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Transition Strategies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Dual-Stack: Run IPv4 &amp; IPv6 together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Tunneling: Encapsulate IPv6 in IPv4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Translation: NAT64/DNS64 gateway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SLAAC: Zero-configuration 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Quality of Service (QoS) &amp; Traffic Shaping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QoS Principles, Traffic Shaping Algorithms: Leaky Bucket vs Token Bucket, Integrated Services &amp; Differentiated Services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2.2.6.1 Traffic Shaping: Leaky Bucket vs Token Bucket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M2.2.6 LEAKY VS TOKEN BUCKET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Leaky Bucket Algorithm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Packets enter bucket of capacity $C$; leak out bottom at constant fixed rate $r$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Output Rate: Strictly constant / smooth transmission rate; zero bursts allowed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Overflow: If arriving packet overflows bucket capacity, it is discarded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Strict traffic policing and real-time constant-bitrate audio (CBR)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Token Bucket Algorithm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Tokens generated at constant rate $r$ into bucket of capacity $b$. Packet sent only if enough tokens present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Output Rate: Allows controlled burst transmission up to bucket capacity $b$, with average rate $r$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Burst Duration: Max burst size $= b + r \times t$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Bursty Internet data traffic (Web, video streaming, database queries)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2.2.6.2 Architectural QoS Models: IntServ vs DiffServ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M2.2.6 INTSERV VS DIFFSERV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Integrated Services (IntServ / RFC 1633)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Per-flow hard QoS guarantees. End hosts use RSVP (Resource Reservation Protocol) to reserve bandwidth and buffer space along entire path prior to data transmission.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IntServ Scalability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Requires every core router to maintain state for millions of individual flows $\implies$ unscalable for the global Internet backbone.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Differentiated Services (DiffServ / RFC 2475)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Class-based soft QoS. Edge routers classify and mark packets by writing a 6-bit DSCP (Differentiated Services Code Point) value in IP header.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Per-Hop Behaviors (PHB)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Core routers inspect DSCP and schedule packets according to class without maintaining per-flow state (Expedited Forwarding EF for VoIP, Assured Forwarding AF for video).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QoS Model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IntServ: Per-flow, RSVP, stateful, unscalable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DiffServ: Class-based, DSCP, stateless core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Leaky Bucket: Constant output rate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Token Bucket: Allows controlled bursts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Linux Kernel TCP/IP Architecture &amp; Routing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Linux Network Stack Internals, sk_buff Structure, Routing Table fib_table, Route Cache &amp; ip route Commands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2.3.1 Linux Kernel Network Stack &amp; sk_buff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M2.3 LINUX KERNEL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Linux Packet Journey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NIC RX Ring Buffer $\to$ DMA to RAM $\to$ Hard IRQ $\to$ NAPI SoftIRQ $\to$ `netif_receive_skb()` $\to$ IP Layer $\to$ Transport Layer $\to$ Socket Receive Queue.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Buffer (`struct sk_buff`)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central data structure in Linux kernel networking representing a network packet as it moves through layers.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Zero-Copy Pointer Manipulation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`sk_buff` contains `head`, `data`, `tail`, `end` pointers. Adding headers (encapsulation) simply shifts `data` pointer via `skb_push()`, avoiding expensive data copying in memory!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Netfilter Hook Framework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Kernel hooks (`NF_INET_PRE_ROUTING`, `NF_INET_LOCAL_IN`, `NF_INET_FORWARD`, `NF_INET_LOCAL_OUT`, `NF_INET_POST_ROUTING`) powering `iptables` / `nftables` firewalls and NAT.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sk_buff Functions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skb_push(): Prepend header space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skb_pull(): Strip header at receiver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skb_put(): Append payload data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skb_reserve(): Allocate head room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Zero memory copy overhead!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2.3.2 Linux Routing Table (fib_table) &amp; ip route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M2.3 LINUX ROUTING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Forwarding Information Base (`fib_table`)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Linux kernel routing table storing network prefixes, metrics, scopes, and next-hop gateways organized in a LC-trie (Level-Compressed Trie) for sub-microsecond Longest Prefix Matching.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Viewing Routing Table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show` or `ip route list` displays main routing table entries.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Adding Static Route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add 192.168.10.0/24 via 10.0.0.1 dev eth0`.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Adding Default Gateway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add default via 192.168.1.1 dev eth0`.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Deleting Route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del 192.168.10.0/24`.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Policy Routing (`ip rule`)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Multiple routing tables selected by source IP, TOS, or firewall mark (e.g. `ip rule add from 192.168.2.0/24 table 100`).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Hands-on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show: View routes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add &lt;net&gt; via &lt;gw&gt; dev &lt;if&gt;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del &lt;net&gt;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rule list: Policy routing rules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CO2 &amp; CO3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