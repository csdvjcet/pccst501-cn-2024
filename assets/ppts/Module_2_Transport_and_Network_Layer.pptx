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82880" cy="4114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601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1600">
                <a:solidFill>
                  <a:srgbClr val="F59E0B"/>
                </a:solidFill>
              </a:defRPr>
            </a:pPr>
            <a:r>
              <a:t>PCCST501 COMPUTER NETWORKS | MODULE 2</a:t>
            </a:r>
          </a:p>
          <a:p>
            <a:pPr>
              <a:spcAft>
                <a:spcPts val="2000"/>
              </a:spcAft>
              <a:defRPr b="1" sz="3800">
                <a:solidFill>
                  <a:srgbClr val="F8FAFC"/>
                </a:solidFill>
              </a:defRPr>
            </a:pPr>
            <a:r>
              <a:t>Transport &amp; Network Layers with Linux Kernel</a:t>
            </a:r>
          </a:p>
          <a:p>
            <a:pPr>
              <a:spcAft>
                <a:spcPts val="2400"/>
              </a:spcAft>
              <a:defRPr sz="2000">
                <a:solidFill>
                  <a:srgbClr val="94A3B8"/>
                </a:solidFill>
              </a:defRPr>
            </a:pPr>
            <a:r>
              <a:t>UDP, TCP, Socket Programming, IPv4/IPv6, Routing Protocols &amp; QoS</a:t>
            </a:r>
          </a:p>
          <a:p>
            <a:pPr>
              <a:defRPr sz="1400">
                <a:solidFill>
                  <a:srgbClr val="CBD5E1"/>
                </a:solidFill>
              </a:defRPr>
            </a:pPr>
            <a:r>
              <a:t>Prof. Anju Markose | Assistant Professor, Dept. of CSE | VJCET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2.1 Transport Layer Services &amp; UDP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Transport Layer Role: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Provides process-to-process logical communication using 16-bit Port Numbers.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Multiplexing &amp; Demultiplexing: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Gathering data chunks from multiple sockets (multiplexing) and delivering to correct socket via headers (demux).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User Datagram Protocol (UDP):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Connectionless, unreliable, lightweight, minimal overhead (8-byte header: Src Port, Dst Port, Length, Checksum).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UDP Checksum Calculation: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Calculated over 16-bit words of Pseudo-header (IP info) + UDP header + payload using 1's complement addition.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When to use UDP?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Real-time streaming (VoIP, Video)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DNS queries &amp; SNMP traps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Where low latency is vital and retransmissions cause unacceptable delay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2.2 Transmission Control Protocol (TCP)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TCP Characteristics: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Connection-oriented, full-duplex, reliable byte-stream service with flow &amp; congestion control.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Connection Establishment: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Three-Way Handshake: SYN -&gt; SYN-ACK -&gt; ACK. Connection Release: 4-Way FIN/ACK exchange.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TCP Header Structure: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20 to 60 bytes (Src/Dst Port, Sequence No, Ack No, Data Offset, Flags: URG, ACK, PSH, RST, SYN, FIN, Window Size, Checksum).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Flow Control: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Sliding Window Mechanism: Receiver advertises `rwnd` to prevent buffer overflow. Silly Window Syndrome mitigated by Nagle's &amp; Clark's algorithm.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TCP Handshake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1. Client -&gt; Server: SYN (seq=x)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2. Server -&gt; Client: SYN-ACK (seq=y, ack=x+1)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3. Client -&gt; Server: ACK (seq=x+1, ack=y+1)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2.3 TCP Congestion Control Mechanisms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Congestion Window (cwnd):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Dynamic limit on unacknowledged inflight bytes maintained by sender. Effective Window = min(cwnd, rwnd).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Slow Start Phase: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cwnd starts at 1 MSS, doubles every RTT (exponential growth) until reaching `ssthresh` threshold.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Congestion Avoidance: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Linear growth (AIMD: Additive Increase Multiplicative Decrease). cwnd increases by 1 MSS per RTT.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Fast Retransmit &amp; Fast Recovery: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3 duplicate ACKs trigger immediate retransmission before timeout; cwnd halved rather than reset to 1 (TCP Reno).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Tahoe vs Reno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Timeout: cwnd=1, ssthresh=cwnd/2 (Both)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3 Dup ACKs (Tahoe): cwnd=1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3 Dup ACKs (Reno): cwnd=ssthresh, enters Fast Recovery (Avoids Slow Start)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2.4 Socket Programming &amp; I/O Multiplexing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Socket API Lifecycle (TCP):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Server: `socket()` -&gt; `bind()` -&gt; `listen()` -&gt; `accept()` -&gt; `recv()`/`send()` -&gt; `close()`. Client: `socket()` -&gt; `connect()` -&gt; `send()`/`recv()` -&gt; `close()`.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UDP Sockets: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No connection setup; uses `sendto()` and `recvfrom()` directly with destination socket addresses.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I/O Multiplexing with select():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`select(maxfd+1, &amp;readfds, &amp;writefds, &amp;exceptfds, &amp;timeout)` monitors multiple file descriptors simultaneously without threads.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poll() Function: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Uses an array of `struct pollfd` structures with event masks (`POLLIN`, `POLLOUT`), eliminating `FD_SETSIZE` limitations.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Socket Syscalls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socket(AF_INET, SOCK_STREAM, 0)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bind(): assigns IP &amp; Port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listen(): backlog queue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accept(): creates new active socket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select() / poll(): Non-blocking multiplexing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2.5 Network Layer: IPv4, Subnetting &amp; CIDR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Network Layer Responsibilities: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Host-to-host routing, logical addressing, datagram forwarding, fragmentation/reassembly.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IPv4 Datagram Header: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20-60 bytes (Version, IHL, TOS/DiffServ, Total Length, Identification, Flags [DF, MF], Fragment Offset, TTL, Protocol, Checksum).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Classful vs Classless Addressing (CIDR):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Class A/B/C deprecated in favor of Classless Inter-Domain Routing (e.g. `192.168.1.0/24` prefix).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Subnetting &amp; VLSM: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Borrowing host bits for subnetting; Variable Length Subnet Masking optimizes address space allocation.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Auxiliary Protocols: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ARP (IP to MAC resolution), ICMP (error reporting/diagnostics: ping, traceroute), NAT, DHCP.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IPv4 Key Formulas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No. of subnets = 2^(borrowed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Hosts per subnet = 2^(host bits) - 2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Broadcast Addr: All host bits = 1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Network Addr: All host bits =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2.6 Unicast Routing Protocols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Distance Vector Routing (Bellman-Ford):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Routers share vector of distances to all nodes with neighbors. Used in RIP (Hop count limit = 15).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Count-to-Infinity Problem: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Slow convergence on link failure; solved by Split Horizon and Poison Reverse techniques.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Link State Routing (Dijkstra's Algorithm):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Routers flood Link State Advertisements (LSAs) to build full network topology graph. Used in OSPF.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Path Vector Routing (BGP):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Border Gateway Protocol for Inter-Autonomous System (Inter-AS) routing; prevents routing loops by tracking full AS paths.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Routing Protocol Matrix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RIP: Distance Vector, Metric: Hops (&lt;16)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OSPF: Link State, Metric: Cost/Bandwidth, Area hierarchy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BGP: Path Vector, Policy-based, Inter-AS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2.7 Multicast Routing, Next-Gen IP &amp; QoS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Multicast Basics &amp; IGMP: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One-to-many communication; IGMP handles host group join/leave; Source-based trees vs Group-shared trees.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Multicast Protocols: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Intra-domain: DVMRP (Reverse Path Forwarding), MOSPF, PIM-DM (Flood &amp; Prune), PIM-SM (Rendezvous Point).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Next Generation IP (IPv6):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128-bit addresses (hex notation), simplified 40-byte base header, no checksum, flow labeling, extension headers.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Quality of Service (QoS) &amp; Traffic Shaping: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Leaky Bucket (constant output rate) vs Token Bucket (allows controlled bursts); IntServ (RSVP) vs DiffServ (DSCP).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Linux Routing Hands-on: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`ip route add`, `ip route del`, kernel Forwarding Information Base (`fib_table`) and route cache.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IPv6 vs IPv4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Address: 128-bit vs 32-bit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Base Header: 40-byte fixed vs 20-60B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Fragmentation: Source host vs Routers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Auto-configuration: SLAAC built-in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