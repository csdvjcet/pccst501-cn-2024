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4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Network Management &amp; Physical Layer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SNMP, ASN.1, Signals, Digital/Analog Transmission &amp; Media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4.1 Network Management: SNMP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Management Framework: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Managing Entity (Manager / NMS), Managed Device (Agent), Management Information Base (MIB), Protocol (SNMP).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SNMP Operations (UDP Port 161/162):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`GetRequest`, `GetNextRequest`, `GetBulkRequest` (fetch MIB data), `SetRequest` (configure device), `Response`, `Trap` (unsolicited alert), `InformRequest`.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SNMP Versions: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SNMPv1 (Community strings in plaintext), SNMPv2c (GetBulkRequest, 64-bit counters), SNMPv3 (USM Security: Auth with MD5/SHA, Encryption with DES/AES, VACM Access Control).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Structure of Management Information (SMI):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Defines rules for naming objects, data types, and constructing MIB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SNMP Ports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Port 161 UDP: Manager to Agent (Get/Set)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Port 162 UDP: Agent to Manager (Trap/Inform)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SNMPv3 provides Confidentiality, Integrity,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4.2 Abstract Syntax Notation One (ASN.1) &amp; MIB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Role of ASN.1: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Standard formal language to define data types and structures independently of hardware architecture.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Basic ASN.1 Data Types: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Primitive: `INTEGER`, `OCTET STRING`, `OBJECT IDENTIFIER`, `BOOLEAN`, `NULL`. Constructed: `SEQUENCE`, `SEQUENCE OF`, `CHOICE`.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Basic Encoding Rules (BER):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TLV (Type-Length-Value) format for serializing ASN.1 data onto network wire.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Management Information Base (MIB-2):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Hierarchical tree structure of manageable objects. Standard root: `iso.org.dod.internet.mgmt.mib-2` (`1.3.6.1.2.1`).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Object Identifier (OID):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Dotted numerical path locating node in MIB tree. E.g., `sysDescr` = `1.3.6.1.2.1.1.1`.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BER TLV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Tag (Type): 1 byte identifier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Length: 1 or more bytes (value length)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Value: Actual payload data bytes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Example: INTEGER 5 -&gt; 02 01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4.3 Physical Layer: Data, Signals &amp; Capacity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Analog vs Digital Signals: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Continuous amplitude values over time vs discrete finite levels (binary 0 and 1).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Time Domain vs Frequency Domain: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Fourier Analysis: any composite periodic signal can be decomposed into an infinite sum of sine waves.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Transmission Impairments: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Attenuation (loss of energy, dB formula $10 \log_{10}(P_2/P_1)$), Distortion (phase shifting of harmonics), Noise (Thermal, Induced, Crosstalk, Impulse).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Nyquist Bit Rate (Noiseless Channel):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$C = 2 	imes B 	imes \log_2(L)$ bps, where $B$ = Bandwidth in Hz, $L$ = number of signal levels.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Shannon Capacity Formula (Noisy Channel):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$C = B 	imes \log_2(1 + 	ext{SNR})$ bps, where SNR is signal-to-noise power ratio in linear scale.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Capacity Formulas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Nyquist: Max rate for noiseless channel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Shannon: Theoretical upper bound with noise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SNR(dB) = 10 * log10(SNR_linear)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If SNR(dB)=30dB, SNR_linear=1000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4.4 Digital Transmission: Line Coding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Line Coding Concept: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Converting sequence of binary digits into discrete digital voltage signals.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Unipolar &amp; Polar NRZ: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NRZ-L (Level): Positive for 0, Negative for 1. NRZ-I (Invert): Transition at beginning of bit for 1, no transition for 0 (DC component &amp; sync issues).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Biphase Coding (Self-Synchronizing):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Manchester (0 = High-to-Low transition, 1 = Low-to-High transition, used in 802.3 Ethernet); Differential Manchester (transition at start for 0).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Bipolar &amp; Block Coding: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AMI (Alternate Mark Inversion: 0=0V, 1=alternating +V/-V); 4B/5B block coding eliminates long runs of consecutive zeros.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Line Coding Summary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NRZ: Simple, poor sync, DC bias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Manchester: Perfect sync, double bandwidth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AMI: Zero DC bias, loss of sync on 0s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B8ZS / HDB3: Scrambling solves long 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4.5 Analog Transmission &amp; Bandwidth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Digital-to-Analog Modulation: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Amplitude Shift Keying (ASK), Frequency Shift Keying (FSK), Phase Shift Keying (BPSK, QPSK).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Quadrature Amplitude Modulation (QAM):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Combines ASK and PSK to transmit multiple bits per baud (e.g., 16-QAM sends 4 bits/baud, 64-QAM sends 6 bits/baud).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Frequency Division Multiplexing (FDM):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Analog technique; divides total bandwidth into non-overlapping frequency bands separated by guard bands.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Wavelength Division Multiplexing (WDM):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Optical multiplexing of multiple light wavelengths over a single optical fiber strand.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Time Division Multiplexing (TDM):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Digital technique; Synchronous TDM assigns fixed time slots per channel; Statistical TDM assigns slots dynamically on-demand.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Multiplexing Methods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FDM: Analog, frequency bands (Radio/TV)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WDM: Optical spectrum in glass fiber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TDM: Digital time slots (T1/E1 lines)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Statistical TDM: Eliminates idle slots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4.6 Transmission Media (Guided &amp; Unguided)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Guided Media (Physical Conductors):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Twisted Pair (UTP Cat 5e/6, STP - twists cancel electromagnetic interference), Coaxial Cable (copper core with braided shield), Optical Fiber (light propagation by Total Internal Reflection; Single-mode vs Multi-mode).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Unguided Media (Wireless Propagation):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Radio Waves (3 kHz - 1 GHz, omnidirectional, penetrate walls), Microwaves (1 GHz - 300 GHz, line-of-sight, parabolic dish), Infrared (300 GHz - 400 THz, short range, cannot penetrate walls).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Satellite Communication: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Geostationary Earth Orbit (GEO ~36,000 km), Medium Earth Orbit (MEO: GPS), Low Earth Orbit (LEO: Starlink, low propagation delay).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Media Comparison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UTP: Inexpensive, easy install, 100m limit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Fiber: Immense bandwidth, immune to EMI, long distance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Radio/Microwave: High mobility, path loss / fading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